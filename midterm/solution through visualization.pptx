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348" r:id="rId5"/>
    <p:sldId id="361" r:id="rId6"/>
    <p:sldId id="362" r:id="rId7"/>
    <p:sldId id="350" r:id="rId8"/>
    <p:sldId id="363" r:id="rId9"/>
    <p:sldId id="351" r:id="rId10"/>
    <p:sldId id="352" r:id="rId11"/>
    <p:sldId id="353" r:id="rId12"/>
    <p:sldId id="354" r:id="rId13"/>
    <p:sldId id="360" r:id="rId14"/>
    <p:sldId id="355" r:id="rId15"/>
    <p:sldId id="356" r:id="rId16"/>
    <p:sldId id="357" r:id="rId17"/>
    <p:sldId id="358" r:id="rId18"/>
    <p:sldId id="3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0" autoAdjust="0"/>
    <p:restoredTop sz="94095" autoAdjust="0"/>
  </p:normalViewPr>
  <p:slideViewPr>
    <p:cSldViewPr snapToGrid="0">
      <p:cViewPr>
        <p:scale>
          <a:sx n="150" d="100"/>
          <a:sy n="150" d="100"/>
        </p:scale>
        <p:origin x="76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D2D8-F01C-AF0B-BEE8-F8C30FD0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57AF4-275D-D6DA-A73E-641F56675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17E8D-5418-ADD7-1CFD-115DD5E87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A942E-AB30-3BFA-86ED-0F1BEB4A4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46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7B39-8E59-BD23-2AEF-A969691B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55C68-86AE-3E8D-01E6-9067CAB4C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AE1B3-FB7A-F116-DCFE-FD98A8BED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FB897-7B20-BE3B-5270-C59A3755C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1846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D9FA-C9AF-DB13-FF91-985A2477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EE94C-6DAF-EFAD-09B3-D1625B646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4B857-B5E3-8A99-B8C1-EA087C606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C65DD-92A2-C32B-9A21-782D011AD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5651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7586-C7E6-2BAA-C193-E7C4B7E6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5C175-88B8-F042-6C3A-95547C452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0FF5A-C65D-A135-6413-9FBC12AEB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CA1E-CD10-5669-A326-5BC03DC22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1161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D6E7-3F7D-E093-D457-C906F92E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82DEE-A123-423C-F80D-B29E3D5AE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E241B-42F1-3A18-FABF-C9AF2EAD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7CCBC-DC1A-21D9-20F4-D88EDF9B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7729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AB60-31B1-B891-27E0-4B2468C8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C7166-5190-F860-0123-FF4ACABCB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1C9DA-6B07-0D99-46A4-46D0A52E9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1F032-7E5E-9766-2046-C36A5DAA1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0814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4423-3443-734E-DADD-114B5F23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42413-BF04-3F59-A8CB-301D34B17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09BDC-DF85-CE9A-9A8D-B1FB59E52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3647-84E9-2AE9-D3C0-2CAEF9AB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254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0A02-F319-0F9B-5E33-3DE986B1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AA1B5-AC0D-5CE6-2813-FAB35C092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6B79F-4EB2-FFEC-FEAE-E372AB90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C58EC-C66D-C09C-D4B9-4833939F9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7808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4031-DC4B-790B-7977-17A36FA8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7D3CC-1806-486C-31CB-946F7BC02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7639B-1B4F-6413-E4F4-03685ACEF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40DD1-9B59-615A-4082-56CA07BBC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1650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046F-2624-7F5A-9B07-05824CF6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2521A-C800-0CDC-BF2B-CECCBD802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B5B3F-241E-97F5-E93E-AB05737CD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C1AD3-6159-2438-DE5C-27566E2E3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020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B09E-9E3B-E7C4-1429-298FF612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E49A7-034F-520A-1208-C6E5B8259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07AD8-1E87-DEA1-EF22-38E619DBB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0A5EA-75C9-215F-5F1C-ADF5DD3E8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1471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F7004-BFA6-FB96-58E9-CFDD86D6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75B70-E0C1-40CA-FE55-68FC5475E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6707D-FC4D-0977-DDAD-6152885A2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E3CF0-9770-A312-046A-34A6D68AD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84940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B58D-D20D-2BED-1559-F003A2BE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1D4AF-D3AE-5054-832A-2CD91EB70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75419-66FD-35E8-96B2-CCE64975C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7A04-FD65-900B-E355-74007578E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849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3143-1E28-840E-C963-EF649AB8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99403-95C0-2451-5545-CB2037148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FB56B-944E-8640-E821-B9E753C8A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AF2C2-40C8-649D-ED9D-B700BE736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98836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2A6ED-56B2-92A4-BEFA-81E5B00B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82956-27A3-E3B1-2D68-494AFD1F6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89CA7-6D57-5746-D421-423ADFF59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DBC2F-CE78-F9DD-9EA6-33A815A29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716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09/06/2026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91FE1-4C36-3B58-936A-8CF2C3AE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D048BF-8D3A-9980-3E5D-96F1DCA91F11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78D395D-4A24-8E5D-83B6-6D481E61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619714"/>
              </p:ext>
            </p:extLst>
          </p:nvPr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D2BD8338-C2B8-A4F4-A194-2CC4590F9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4AB33705-478E-988E-4E7C-B68A729D4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276478"/>
              </p:ext>
            </p:extLst>
          </p:nvPr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00C4225F-1FD1-EEBA-4024-B4A0DF42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577718"/>
              </p:ext>
            </p:extLst>
          </p:nvPr>
        </p:nvGraphicFramePr>
        <p:xfrm>
          <a:off x="1274725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0E070B-974D-DA5C-3130-D9AD151686CF}"/>
              </a:ext>
            </a:extLst>
          </p:cNvPr>
          <p:cNvSpPr txBox="1"/>
          <p:nvPr/>
        </p:nvSpPr>
        <p:spPr>
          <a:xfrm>
            <a:off x="7208180" y="5322199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282F0-BC49-3F9F-429F-543890332F3B}"/>
              </a:ext>
            </a:extLst>
          </p:cNvPr>
          <p:cNvSpPr txBox="1"/>
          <p:nvPr/>
        </p:nvSpPr>
        <p:spPr>
          <a:xfrm>
            <a:off x="7802029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806DB-9024-194C-1900-3CE498B0D09F}"/>
              </a:ext>
            </a:extLst>
          </p:cNvPr>
          <p:cNvSpPr txBox="1"/>
          <p:nvPr/>
        </p:nvSpPr>
        <p:spPr>
          <a:xfrm>
            <a:off x="8367024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554A37-7FA1-7FB8-DA80-742DFAA1089E}"/>
              </a:ext>
            </a:extLst>
          </p:cNvPr>
          <p:cNvSpPr txBox="1"/>
          <p:nvPr/>
        </p:nvSpPr>
        <p:spPr>
          <a:xfrm>
            <a:off x="8932019" y="5322199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710024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73482-7831-538C-BA7D-B32C8136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E76C83B-D05C-6F98-59DD-45FF0C36DA4A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05316A2-02FB-0FE6-BFC2-736DC8FDCFE1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2B7A1D6-ABBA-3FAE-0A63-FA6F2ADBB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6BB7CD3B-2D10-9817-B613-29CF2F895BE0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6AB61312-F523-CC48-B426-1803C3A0BDAF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C3AF75-5898-1AB6-EDB5-EE750BC853DB}"/>
              </a:ext>
            </a:extLst>
          </p:cNvPr>
          <p:cNvSpPr txBox="1"/>
          <p:nvPr/>
        </p:nvSpPr>
        <p:spPr>
          <a:xfrm>
            <a:off x="7208180" y="5322199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AC516-3A0B-FDCA-ED67-0F20EC7912E6}"/>
              </a:ext>
            </a:extLst>
          </p:cNvPr>
          <p:cNvSpPr txBox="1"/>
          <p:nvPr/>
        </p:nvSpPr>
        <p:spPr>
          <a:xfrm>
            <a:off x="7802029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450BF-7A0E-5302-5F27-E9ABCD0EDBC6}"/>
              </a:ext>
            </a:extLst>
          </p:cNvPr>
          <p:cNvSpPr txBox="1"/>
          <p:nvPr/>
        </p:nvSpPr>
        <p:spPr>
          <a:xfrm>
            <a:off x="8367024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56661-29CA-A8B1-AB59-A75405E2B3FD}"/>
              </a:ext>
            </a:extLst>
          </p:cNvPr>
          <p:cNvSpPr txBox="1"/>
          <p:nvPr/>
        </p:nvSpPr>
        <p:spPr>
          <a:xfrm>
            <a:off x="8932019" y="5322199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3DD0E-88E1-2811-54B5-602D864F0C29}"/>
              </a:ext>
            </a:extLst>
          </p:cNvPr>
          <p:cNvSpPr txBox="1"/>
          <p:nvPr/>
        </p:nvSpPr>
        <p:spPr>
          <a:xfrm>
            <a:off x="7979705" y="1414121"/>
            <a:ext cx="353602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NameStack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data[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top;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NameStack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top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9D1D9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111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1C5B9-DC1C-19BD-C00B-670BBB48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6F394F9-3F30-28FB-204B-FB68D024317A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0928D0A-6DFB-A3E0-A1BB-D73996927803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D4619000-2611-5851-0C2B-6128B0E10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CC84121C-F886-1B4E-BF08-10E494FE53C0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E502C40B-CCB9-99BA-EE92-A289D2EB0FED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BCD896-B9F9-7F2E-0791-8B88BD095819}"/>
              </a:ext>
            </a:extLst>
          </p:cNvPr>
          <p:cNvSpPr txBox="1"/>
          <p:nvPr/>
        </p:nvSpPr>
        <p:spPr>
          <a:xfrm>
            <a:off x="7208180" y="5322199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30058-70EA-72FF-E689-7D75C2E1A11E}"/>
              </a:ext>
            </a:extLst>
          </p:cNvPr>
          <p:cNvSpPr txBox="1"/>
          <p:nvPr/>
        </p:nvSpPr>
        <p:spPr>
          <a:xfrm>
            <a:off x="7802029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99A59-698E-FA35-3C8D-85F568DA0842}"/>
              </a:ext>
            </a:extLst>
          </p:cNvPr>
          <p:cNvSpPr txBox="1"/>
          <p:nvPr/>
        </p:nvSpPr>
        <p:spPr>
          <a:xfrm>
            <a:off x="8367024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AC2A8-5DA5-2EB5-527B-66EA5209F732}"/>
              </a:ext>
            </a:extLst>
          </p:cNvPr>
          <p:cNvSpPr txBox="1"/>
          <p:nvPr/>
        </p:nvSpPr>
        <p:spPr>
          <a:xfrm>
            <a:off x="8932019" y="5322199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8CD5E-AAE4-6FB0-9A38-BA29227A0A18}"/>
              </a:ext>
            </a:extLst>
          </p:cNvPr>
          <p:cNvSpPr txBox="1"/>
          <p:nvPr/>
        </p:nvSpPr>
        <p:spPr>
          <a:xfrm>
            <a:off x="7591425" y="1414121"/>
            <a:ext cx="3514725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top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69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15DFF-A80C-8D83-60A3-3E875134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BB7FD3-C53D-05BD-FF49-879F91190FD4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6196BB7B-8BFE-926C-991D-616E1733353E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8FD55BC-F20B-D402-E7BB-3FBF017EB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14505B30-B6E8-70B8-611D-CAD955A4F9FE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D8F591FC-0467-FF84-A2BE-223E00235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52957"/>
              </p:ext>
            </p:extLst>
          </p:nvPr>
        </p:nvGraphicFramePr>
        <p:xfrm>
          <a:off x="1198525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C681289E-A9B9-128B-3188-3F5094D1682D}"/>
              </a:ext>
            </a:extLst>
          </p:cNvPr>
          <p:cNvSpPr/>
          <p:nvPr/>
        </p:nvSpPr>
        <p:spPr>
          <a:xfrm rot="16200000" flipV="1">
            <a:off x="1737970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3BCB7482-A060-BC0C-7C57-39AF3C721049}"/>
              </a:ext>
            </a:extLst>
          </p:cNvPr>
          <p:cNvGraphicFramePr>
            <a:graphicFrameLocks noGrp="1"/>
          </p:cNvGraphicFramePr>
          <p:nvPr/>
        </p:nvGraphicFramePr>
        <p:xfrm>
          <a:off x="1494500" y="582397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50DFFE96-8DCD-5413-8F05-8957F47DA44F}"/>
              </a:ext>
            </a:extLst>
          </p:cNvPr>
          <p:cNvSpPr/>
          <p:nvPr/>
        </p:nvSpPr>
        <p:spPr>
          <a:xfrm rot="10800000" flipV="1">
            <a:off x="2583025" y="5823973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CBA72-4B2B-42F3-542A-18C4F600A7D1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CE045-DED5-0686-0003-8E75FC6AE177}"/>
              </a:ext>
            </a:extLst>
          </p:cNvPr>
          <p:cNvSpPr txBox="1"/>
          <p:nvPr/>
        </p:nvSpPr>
        <p:spPr>
          <a:xfrm>
            <a:off x="7802029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343BD-6834-DAF4-F789-C00D5E7DEA38}"/>
              </a:ext>
            </a:extLst>
          </p:cNvPr>
          <p:cNvSpPr txBox="1"/>
          <p:nvPr/>
        </p:nvSpPr>
        <p:spPr>
          <a:xfrm>
            <a:off x="8367024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7CB7B-994C-68FF-0EEA-93336FD1C273}"/>
              </a:ext>
            </a:extLst>
          </p:cNvPr>
          <p:cNvSpPr txBox="1"/>
          <p:nvPr/>
        </p:nvSpPr>
        <p:spPr>
          <a:xfrm>
            <a:off x="8932019" y="5322199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1F7835-9DCA-2489-C5C1-10957A82A3D4}"/>
              </a:ext>
            </a:extLst>
          </p:cNvPr>
          <p:cNvSpPr txBox="1"/>
          <p:nvPr/>
        </p:nvSpPr>
        <p:spPr>
          <a:xfrm>
            <a:off x="7228020" y="1414121"/>
            <a:ext cx="465918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Add character to stack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data[top]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767BC8-5F06-72AA-FF35-2C11CBA3831F}"/>
              </a:ext>
            </a:extLst>
          </p:cNvPr>
          <p:cNvSpPr txBox="1"/>
          <p:nvPr/>
        </p:nvSpPr>
        <p:spPr>
          <a:xfrm>
            <a:off x="7228020" y="3685104"/>
            <a:ext cx="1173312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isVowel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Return true if character is a vowel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'I'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'U'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PH" sz="12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'u'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79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1D188-B7EC-5872-6393-93AE310C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D000040-E459-51A1-2CF0-418DFC3D3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EBA80A-4A62-6A02-B63B-03EE9245555C}"/>
              </a:ext>
            </a:extLst>
          </p:cNvPr>
          <p:cNvSpPr txBox="1"/>
          <p:nvPr/>
        </p:nvSpPr>
        <p:spPr>
          <a:xfrm>
            <a:off x="229440" y="3685104"/>
            <a:ext cx="1173312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isVowel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Return true if character is a vowel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'I'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'U'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PH" sz="12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'u'</a:t>
            </a: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ABE7D-9CB8-3856-1B72-E732581BFBDD}"/>
              </a:ext>
            </a:extLst>
          </p:cNvPr>
          <p:cNvSpPr txBox="1"/>
          <p:nvPr/>
        </p:nvSpPr>
        <p:spPr>
          <a:xfrm>
            <a:off x="3979713" y="1309346"/>
            <a:ext cx="465918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Add character to stack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data[top]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793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AE013-9AE9-2A04-6525-6DA7C9E0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4D14AD-1D90-5663-9A85-0F0B3565522C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253A3C54-2DD5-F30E-CAA0-FCBA3BB3FA45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7469766-EF47-FFE7-7DB5-FE17B5AD1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236F307F-7F87-8F32-3079-EF7AFA00378C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75930685-2538-ABB1-C1E4-3F45F43C80B2}"/>
              </a:ext>
            </a:extLst>
          </p:cNvPr>
          <p:cNvGraphicFramePr>
            <a:graphicFrameLocks noGrp="1"/>
          </p:cNvGraphicFramePr>
          <p:nvPr/>
        </p:nvGraphicFramePr>
        <p:xfrm>
          <a:off x="1198525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597B3486-6121-239D-BBB5-6A6912569BD8}"/>
              </a:ext>
            </a:extLst>
          </p:cNvPr>
          <p:cNvSpPr/>
          <p:nvPr/>
        </p:nvSpPr>
        <p:spPr>
          <a:xfrm rot="16200000" flipV="1">
            <a:off x="1737970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BE9EDB87-D2EE-A573-4343-47C093F142ED}"/>
              </a:ext>
            </a:extLst>
          </p:cNvPr>
          <p:cNvGraphicFramePr>
            <a:graphicFrameLocks noGrp="1"/>
          </p:cNvGraphicFramePr>
          <p:nvPr/>
        </p:nvGraphicFramePr>
        <p:xfrm>
          <a:off x="1494500" y="582397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9AC1E6E6-1A1C-9208-C626-81C08A6F4B08}"/>
              </a:ext>
            </a:extLst>
          </p:cNvPr>
          <p:cNvSpPr/>
          <p:nvPr/>
        </p:nvSpPr>
        <p:spPr>
          <a:xfrm rot="10800000" flipV="1">
            <a:off x="2583025" y="5823973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07052-5945-895E-2E8E-DE8F96761EC0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F8D67-69A2-4BDB-86AF-C2869BA6AA15}"/>
              </a:ext>
            </a:extLst>
          </p:cNvPr>
          <p:cNvSpPr txBox="1"/>
          <p:nvPr/>
        </p:nvSpPr>
        <p:spPr>
          <a:xfrm>
            <a:off x="5552261" y="501299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9BBAF5-78CE-2F39-2931-CAB61E405BAC}"/>
              </a:ext>
            </a:extLst>
          </p:cNvPr>
          <p:cNvSpPr txBox="1"/>
          <p:nvPr/>
        </p:nvSpPr>
        <p:spPr>
          <a:xfrm>
            <a:off x="8367024" y="5322199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F02B9C-2D29-108F-A6BE-3BC0F0E96554}"/>
              </a:ext>
            </a:extLst>
          </p:cNvPr>
          <p:cNvSpPr txBox="1"/>
          <p:nvPr/>
        </p:nvSpPr>
        <p:spPr>
          <a:xfrm>
            <a:off x="8932019" y="5322199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E7222-FD77-8FF7-310E-EB617322A36C}"/>
              </a:ext>
            </a:extLst>
          </p:cNvPr>
          <p:cNvSpPr txBox="1"/>
          <p:nvPr/>
        </p:nvSpPr>
        <p:spPr>
          <a:xfrm>
            <a:off x="7228020" y="1414121"/>
            <a:ext cx="465918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Add character to stack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data[top]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46F022-F850-CD40-76AC-C13967B23843}"/>
              </a:ext>
            </a:extLst>
          </p:cNvPr>
          <p:cNvSpPr txBox="1"/>
          <p:nvPr/>
        </p:nvSpPr>
        <p:spPr>
          <a:xfrm>
            <a:off x="6712825" y="3229660"/>
            <a:ext cx="521065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isVowel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))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53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09D77-2370-4F78-4D53-BBF58DDE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A07E49-E200-8D64-DD81-2DC0E1107C8C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97ACBE1C-0F3A-FABC-5896-4C3E212B851C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8C9AE85-79A2-77F2-C7AA-EA9F9D0AD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11522F99-C6D0-6B8E-7C8A-8BA8B08B8782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1C1C6ED9-4D76-528B-EA8A-5628898FE27C}"/>
              </a:ext>
            </a:extLst>
          </p:cNvPr>
          <p:cNvGraphicFramePr>
            <a:graphicFrameLocks noGrp="1"/>
          </p:cNvGraphicFramePr>
          <p:nvPr/>
        </p:nvGraphicFramePr>
        <p:xfrm>
          <a:off x="1198525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5D9A7E2D-72EE-FCB1-4798-3CD7EF50AC74}"/>
              </a:ext>
            </a:extLst>
          </p:cNvPr>
          <p:cNvSpPr/>
          <p:nvPr/>
        </p:nvSpPr>
        <p:spPr>
          <a:xfrm rot="16200000" flipV="1">
            <a:off x="1737970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988526B4-B137-A17D-C5B4-62EF73A517DF}"/>
              </a:ext>
            </a:extLst>
          </p:cNvPr>
          <p:cNvGraphicFramePr>
            <a:graphicFrameLocks noGrp="1"/>
          </p:cNvGraphicFramePr>
          <p:nvPr/>
        </p:nvGraphicFramePr>
        <p:xfrm>
          <a:off x="1494500" y="582397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A3A91A6E-E20B-1E58-118C-7F796A1685F7}"/>
              </a:ext>
            </a:extLst>
          </p:cNvPr>
          <p:cNvSpPr/>
          <p:nvPr/>
        </p:nvSpPr>
        <p:spPr>
          <a:xfrm rot="10800000" flipV="1">
            <a:off x="2583025" y="5823973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B591B-D707-9E7F-90EB-7326C20E0E97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2DD3B-0609-216F-2831-A7C970374749}"/>
              </a:ext>
            </a:extLst>
          </p:cNvPr>
          <p:cNvSpPr txBox="1"/>
          <p:nvPr/>
        </p:nvSpPr>
        <p:spPr>
          <a:xfrm>
            <a:off x="5552261" y="501299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32A4A-6367-FB62-B00F-3576DDC4D021}"/>
              </a:ext>
            </a:extLst>
          </p:cNvPr>
          <p:cNvSpPr txBox="1"/>
          <p:nvPr/>
        </p:nvSpPr>
        <p:spPr>
          <a:xfrm>
            <a:off x="5552261" y="443281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ED9BD0-540F-0139-BBA9-179B93269F42}"/>
              </a:ext>
            </a:extLst>
          </p:cNvPr>
          <p:cNvSpPr txBox="1"/>
          <p:nvPr/>
        </p:nvSpPr>
        <p:spPr>
          <a:xfrm>
            <a:off x="8932019" y="5322199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09B1B-644A-9A32-BDBB-86DD0DA53838}"/>
              </a:ext>
            </a:extLst>
          </p:cNvPr>
          <p:cNvSpPr txBox="1"/>
          <p:nvPr/>
        </p:nvSpPr>
        <p:spPr>
          <a:xfrm>
            <a:off x="7228020" y="1414121"/>
            <a:ext cx="465918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Add character to stack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data[top]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59025-2525-855C-B9BD-DA8DBF814C7D}"/>
              </a:ext>
            </a:extLst>
          </p:cNvPr>
          <p:cNvSpPr txBox="1"/>
          <p:nvPr/>
        </p:nvSpPr>
        <p:spPr>
          <a:xfrm>
            <a:off x="6712825" y="3229660"/>
            <a:ext cx="521065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isVowel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))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41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FBBE5-89B3-EDEC-6AEB-58354D22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12BC85B-D698-23FA-31FF-C8090CE20DF8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08A9B6CA-9F8A-F600-481A-1B43228CB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532754"/>
              </p:ext>
            </p:extLst>
          </p:nvPr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1805954-E68C-A00F-79A6-DB5A10675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C4EED053-E259-F1C0-3292-8E1F17DE6DD7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F70D929E-AEC5-0959-45A7-E7A4B4B13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441473"/>
              </p:ext>
            </p:extLst>
          </p:nvPr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4ED1E763-778C-15F5-5ECB-E948D7194389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F65598BB-DF6A-887A-5A1A-56FA76F0B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368719"/>
              </p:ext>
            </p:extLst>
          </p:nvPr>
        </p:nvGraphicFramePr>
        <p:xfrm>
          <a:off x="1494500" y="52945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DF426C81-9CE6-B73C-710A-22ACADC50493}"/>
              </a:ext>
            </a:extLst>
          </p:cNvPr>
          <p:cNvSpPr/>
          <p:nvPr/>
        </p:nvSpPr>
        <p:spPr>
          <a:xfrm rot="10800000" flipV="1">
            <a:off x="2583025" y="5294585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B2170-01D1-659C-D65D-4698FC00B5CA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5578F-EBE1-8B92-DC1A-0061A712BCC6}"/>
              </a:ext>
            </a:extLst>
          </p:cNvPr>
          <p:cNvSpPr txBox="1"/>
          <p:nvPr/>
        </p:nvSpPr>
        <p:spPr>
          <a:xfrm>
            <a:off x="5552261" y="501299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0D8F45-C07A-5707-A4B4-2B909FED7C2B}"/>
              </a:ext>
            </a:extLst>
          </p:cNvPr>
          <p:cNvSpPr txBox="1"/>
          <p:nvPr/>
        </p:nvSpPr>
        <p:spPr>
          <a:xfrm>
            <a:off x="5552261" y="443281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D84B9-7BCB-9E20-9DEF-0AEC7171A4D4}"/>
              </a:ext>
            </a:extLst>
          </p:cNvPr>
          <p:cNvSpPr txBox="1"/>
          <p:nvPr/>
        </p:nvSpPr>
        <p:spPr>
          <a:xfrm>
            <a:off x="3925035" y="5012992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329E7-2E4D-7EE8-F873-F2C6823B285C}"/>
              </a:ext>
            </a:extLst>
          </p:cNvPr>
          <p:cNvSpPr txBox="1"/>
          <p:nvPr/>
        </p:nvSpPr>
        <p:spPr>
          <a:xfrm>
            <a:off x="7228020" y="1414121"/>
            <a:ext cx="465918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// TODO: Add character to stack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data[top]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9D5B8-AEFB-A0A8-90FE-EE5B73AA09C8}"/>
              </a:ext>
            </a:extLst>
          </p:cNvPr>
          <p:cNvSpPr txBox="1"/>
          <p:nvPr/>
        </p:nvSpPr>
        <p:spPr>
          <a:xfrm>
            <a:off x="6712825" y="3229660"/>
            <a:ext cx="521065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isVowel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))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320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F13A6-643E-3BD4-3ADD-842B5564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3B09AA-7596-03EE-4752-A156394E9DAA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E350902C-4135-E201-282C-7B6E78E7A682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EBAA88B-8843-B01E-6167-188EFF3AA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103B8898-3A8A-B2D7-6DE8-D0DF183E62FE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3D24DCCE-03B8-4313-8380-D45D1FD8DCD3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A35039D1-9C83-350B-3455-6EA064EC6287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670490A2-7C19-120A-0511-195DEB57AEFC}"/>
              </a:ext>
            </a:extLst>
          </p:cNvPr>
          <p:cNvGraphicFramePr>
            <a:graphicFrameLocks noGrp="1"/>
          </p:cNvGraphicFramePr>
          <p:nvPr/>
        </p:nvGraphicFramePr>
        <p:xfrm>
          <a:off x="1494500" y="52945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BCBB340D-A67F-FA1C-64C8-B725E99158E0}"/>
              </a:ext>
            </a:extLst>
          </p:cNvPr>
          <p:cNvSpPr/>
          <p:nvPr/>
        </p:nvSpPr>
        <p:spPr>
          <a:xfrm rot="10800000" flipV="1">
            <a:off x="2583025" y="5294585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F7DD6-B372-AF90-C655-7FE6910C6CBE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278F0-6AFF-2B22-33F0-29F4C5E040EB}"/>
              </a:ext>
            </a:extLst>
          </p:cNvPr>
          <p:cNvSpPr txBox="1"/>
          <p:nvPr/>
        </p:nvSpPr>
        <p:spPr>
          <a:xfrm>
            <a:off x="5552261" y="501299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3FC58-E708-94C8-F559-34AA2A14C5BB}"/>
              </a:ext>
            </a:extLst>
          </p:cNvPr>
          <p:cNvSpPr txBox="1"/>
          <p:nvPr/>
        </p:nvSpPr>
        <p:spPr>
          <a:xfrm>
            <a:off x="5552261" y="443281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85DC5-E4EC-7F63-EE93-4A0A366B5B96}"/>
              </a:ext>
            </a:extLst>
          </p:cNvPr>
          <p:cNvSpPr txBox="1"/>
          <p:nvPr/>
        </p:nvSpPr>
        <p:spPr>
          <a:xfrm>
            <a:off x="3925035" y="5012992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00899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0229C-1D67-A4AA-A08D-A541C43A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278506-59BF-2793-1EB4-682C4B9C2C9C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526EDF79-FAA5-47A1-A9D9-21FBAA6E6934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F8A83B3-14DE-10E6-9BEB-66551B791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100855C0-9DC1-C076-B4A5-18A629A55479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FF0AA651-50FA-751B-6AAA-DA613CA00823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20536604-5F43-3FF1-D35E-D9D00E082C2F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53767568-74B2-1AC3-B221-52CBA9D24A10}"/>
              </a:ext>
            </a:extLst>
          </p:cNvPr>
          <p:cNvGraphicFramePr>
            <a:graphicFrameLocks noGrp="1"/>
          </p:cNvGraphicFramePr>
          <p:nvPr/>
        </p:nvGraphicFramePr>
        <p:xfrm>
          <a:off x="1494500" y="52945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E26607C9-DA35-80E4-1E2E-5092E3A718BA}"/>
              </a:ext>
            </a:extLst>
          </p:cNvPr>
          <p:cNvSpPr/>
          <p:nvPr/>
        </p:nvSpPr>
        <p:spPr>
          <a:xfrm rot="10800000" flipV="1">
            <a:off x="2583025" y="5294585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0075F-13C4-0A06-5DD9-23138FAF5C82}"/>
              </a:ext>
            </a:extLst>
          </p:cNvPr>
          <p:cNvSpPr txBox="1"/>
          <p:nvPr/>
        </p:nvSpPr>
        <p:spPr>
          <a:xfrm>
            <a:off x="10463141" y="1934973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57F9F2-86C7-AB03-D108-D23B403C079B}"/>
              </a:ext>
            </a:extLst>
          </p:cNvPr>
          <p:cNvSpPr txBox="1"/>
          <p:nvPr/>
        </p:nvSpPr>
        <p:spPr>
          <a:xfrm>
            <a:off x="5552261" y="750854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D872-D4A4-BF34-1ADF-6CE07F152371}"/>
              </a:ext>
            </a:extLst>
          </p:cNvPr>
          <p:cNvSpPr txBox="1"/>
          <p:nvPr/>
        </p:nvSpPr>
        <p:spPr>
          <a:xfrm>
            <a:off x="5552261" y="692836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0E0BF6-5734-04AC-163E-701D092BD58A}"/>
              </a:ext>
            </a:extLst>
          </p:cNvPr>
          <p:cNvSpPr txBox="1"/>
          <p:nvPr/>
        </p:nvSpPr>
        <p:spPr>
          <a:xfrm>
            <a:off x="9965889" y="1934973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76DD0-E6AB-4D1B-6B71-D9363C7FC1F8}"/>
              </a:ext>
            </a:extLst>
          </p:cNvPr>
          <p:cNvSpPr txBox="1"/>
          <p:nvPr/>
        </p:nvSpPr>
        <p:spPr>
          <a:xfrm>
            <a:off x="7364195" y="2135028"/>
            <a:ext cx="2160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Final answer: </a:t>
            </a: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10E4D8E9-933D-B880-535C-88FCC61735F8}"/>
              </a:ext>
            </a:extLst>
          </p:cNvPr>
          <p:cNvSpPr/>
          <p:nvPr/>
        </p:nvSpPr>
        <p:spPr>
          <a:xfrm>
            <a:off x="9539193" y="2414816"/>
            <a:ext cx="1847895" cy="164643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2532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B0A03-B73E-EDA0-1FB6-F071B085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037E1C-5081-C817-1DD3-38986F30C888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FFEAD469-4E1E-47DA-6C58-5A46485AF3F5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9F93DDA-3591-01B4-5D66-25400017E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AA189C03-A8F2-AB3A-C01B-7A487B47EC1A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1667515D-EBFE-9143-E8F9-68484717CB5C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B2FCA299-256D-1365-7C89-9CA451C8EF69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CD63F287-48A2-BF72-155E-BE5EDBA76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365351"/>
              </p:ext>
            </p:extLst>
          </p:nvPr>
        </p:nvGraphicFramePr>
        <p:xfrm>
          <a:off x="1494500" y="52945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97D84F7C-CFF9-A902-4707-D7D3E54F4C5A}"/>
              </a:ext>
            </a:extLst>
          </p:cNvPr>
          <p:cNvSpPr/>
          <p:nvPr/>
        </p:nvSpPr>
        <p:spPr>
          <a:xfrm rot="10800000" flipV="1">
            <a:off x="2583025" y="5294585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A7A1F-C158-721E-D814-6D439C949577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B6712-2EB7-C612-B9F3-F2A97AC55957}"/>
              </a:ext>
            </a:extLst>
          </p:cNvPr>
          <p:cNvSpPr txBox="1"/>
          <p:nvPr/>
        </p:nvSpPr>
        <p:spPr>
          <a:xfrm>
            <a:off x="5552261" y="758474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D3E23-38D6-8DAD-67BC-90FA9AB74290}"/>
              </a:ext>
            </a:extLst>
          </p:cNvPr>
          <p:cNvSpPr txBox="1"/>
          <p:nvPr/>
        </p:nvSpPr>
        <p:spPr>
          <a:xfrm>
            <a:off x="5552261" y="700456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C74F8E-0D02-8E43-B7E4-DE7BE9B654CB}"/>
              </a:ext>
            </a:extLst>
          </p:cNvPr>
          <p:cNvSpPr txBox="1"/>
          <p:nvPr/>
        </p:nvSpPr>
        <p:spPr>
          <a:xfrm>
            <a:off x="3925035" y="5012992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09DB9EAA-2451-DC63-2E8A-C8332428B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36699"/>
              </p:ext>
            </p:extLst>
          </p:nvPr>
        </p:nvGraphicFramePr>
        <p:xfrm>
          <a:off x="8056061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56E785A-66A0-C97F-BB3E-E6D15EA44D49}"/>
              </a:ext>
            </a:extLst>
          </p:cNvPr>
          <p:cNvSpPr txBox="1"/>
          <p:nvPr/>
        </p:nvSpPr>
        <p:spPr>
          <a:xfrm>
            <a:off x="8218589" y="6396335"/>
            <a:ext cx="1712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temp stack</a:t>
            </a:r>
          </a:p>
        </p:txBody>
      </p:sp>
    </p:spTree>
    <p:extLst>
      <p:ext uri="{BB962C8B-B14F-4D97-AF65-F5344CB8AC3E}">
        <p14:creationId xmlns:p14="http://schemas.microsoft.com/office/powerpoint/2010/main" val="3931778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62F2C-B89E-25BD-3E5F-8AD39F115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0BCCA3-5530-15D3-F9F2-1B4776E4DED0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D14A114E-B829-36AB-ED68-EC38EAF3139A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A4B5B9A-9E97-804E-6198-171D2135E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B1971EC6-442E-B67A-E770-3FFFCC4314D4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056D4C80-B2D4-9A59-FD38-B288326A3703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D6E52FA4-D2EE-24E6-0E75-B7860FE5F9F0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EEEBFBBD-490F-9AFD-717E-B9821959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97910"/>
              </p:ext>
            </p:extLst>
          </p:nvPr>
        </p:nvGraphicFramePr>
        <p:xfrm>
          <a:off x="1494500" y="5850801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0BAE6508-93AB-C87B-6592-C227DA9579C9}"/>
              </a:ext>
            </a:extLst>
          </p:cNvPr>
          <p:cNvSpPr/>
          <p:nvPr/>
        </p:nvSpPr>
        <p:spPr>
          <a:xfrm rot="10800000" flipV="1">
            <a:off x="2583025" y="5850801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60CDC-06B3-4336-6CC2-A6120F9C62D1}"/>
              </a:ext>
            </a:extLst>
          </p:cNvPr>
          <p:cNvSpPr txBox="1"/>
          <p:nvPr/>
        </p:nvSpPr>
        <p:spPr>
          <a:xfrm>
            <a:off x="3887365" y="5573086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C47CC4-5EC9-0A07-6173-50FF8DEFCAD3}"/>
              </a:ext>
            </a:extLst>
          </p:cNvPr>
          <p:cNvSpPr txBox="1"/>
          <p:nvPr/>
        </p:nvSpPr>
        <p:spPr>
          <a:xfrm>
            <a:off x="5552261" y="758474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96884-FBD5-608B-CBA3-E45BE141D8C2}"/>
              </a:ext>
            </a:extLst>
          </p:cNvPr>
          <p:cNvSpPr txBox="1"/>
          <p:nvPr/>
        </p:nvSpPr>
        <p:spPr>
          <a:xfrm>
            <a:off x="5552261" y="700456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D1F7B-A0FD-D05C-6568-F79FE985BEFF}"/>
              </a:ext>
            </a:extLst>
          </p:cNvPr>
          <p:cNvSpPr txBox="1"/>
          <p:nvPr/>
        </p:nvSpPr>
        <p:spPr>
          <a:xfrm>
            <a:off x="8825974" y="5573086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9BB63440-859A-1E28-4971-D14CFDE0930C}"/>
              </a:ext>
            </a:extLst>
          </p:cNvPr>
          <p:cNvGraphicFramePr>
            <a:graphicFrameLocks noGrp="1"/>
          </p:cNvGraphicFramePr>
          <p:nvPr/>
        </p:nvGraphicFramePr>
        <p:xfrm>
          <a:off x="8056061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EEEE44-4B32-2010-51DA-98F9BDD94C9F}"/>
              </a:ext>
            </a:extLst>
          </p:cNvPr>
          <p:cNvSpPr txBox="1"/>
          <p:nvPr/>
        </p:nvSpPr>
        <p:spPr>
          <a:xfrm>
            <a:off x="8218589" y="6396335"/>
            <a:ext cx="1712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temp stack</a:t>
            </a:r>
          </a:p>
        </p:txBody>
      </p:sp>
      <p:graphicFrame>
        <p:nvGraphicFramePr>
          <p:cNvPr id="13" name="Table 35">
            <a:extLst>
              <a:ext uri="{FF2B5EF4-FFF2-40B4-BE49-F238E27FC236}">
                <a16:creationId xmlns:a16="http://schemas.microsoft.com/office/drawing/2014/main" id="{C5637A8B-1FB7-27F4-1258-33CD82425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085143"/>
              </p:ext>
            </p:extLst>
          </p:nvPr>
        </p:nvGraphicFramePr>
        <p:xfrm>
          <a:off x="6325245" y="5856560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7" name="Arrow: Left 65">
            <a:extLst>
              <a:ext uri="{FF2B5EF4-FFF2-40B4-BE49-F238E27FC236}">
                <a16:creationId xmlns:a16="http://schemas.microsoft.com/office/drawing/2014/main" id="{41555359-BADB-2EBD-DCCC-96E5CD0BB57D}"/>
              </a:ext>
            </a:extLst>
          </p:cNvPr>
          <p:cNvSpPr/>
          <p:nvPr/>
        </p:nvSpPr>
        <p:spPr>
          <a:xfrm rot="10800000" flipV="1">
            <a:off x="7413770" y="5856560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762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CA0B4-4B03-CADD-2C83-DBC450B6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CBEB95F-325A-DF7A-595C-E5580847002E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308C2848-3E49-21AD-D2F5-305A617A8F47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8FAA120-50AE-3694-8C94-7920BBBD9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BC836A4B-95C1-2587-4AC8-5A5A83562C3D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98D2DD4F-A47D-E206-8B09-A05BC49E59D6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8949D4D9-06DC-0CB6-5198-5B4B8585665D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57958-3BB6-EF54-F687-EA4DE6F6219D}"/>
              </a:ext>
            </a:extLst>
          </p:cNvPr>
          <p:cNvSpPr txBox="1"/>
          <p:nvPr/>
        </p:nvSpPr>
        <p:spPr>
          <a:xfrm>
            <a:off x="8788303" y="4989027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E23A5C-0E61-E092-72C8-6872D8EA07FD}"/>
              </a:ext>
            </a:extLst>
          </p:cNvPr>
          <p:cNvSpPr txBox="1"/>
          <p:nvPr/>
        </p:nvSpPr>
        <p:spPr>
          <a:xfrm>
            <a:off x="5552261" y="758474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B023EE-BDFB-1CE8-8C49-D79BB6D4D002}"/>
              </a:ext>
            </a:extLst>
          </p:cNvPr>
          <p:cNvSpPr txBox="1"/>
          <p:nvPr/>
        </p:nvSpPr>
        <p:spPr>
          <a:xfrm>
            <a:off x="5552261" y="700456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77E35-D043-409D-FEDA-D5E19328DF4E}"/>
              </a:ext>
            </a:extLst>
          </p:cNvPr>
          <p:cNvSpPr txBox="1"/>
          <p:nvPr/>
        </p:nvSpPr>
        <p:spPr>
          <a:xfrm>
            <a:off x="8825974" y="5573086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D40F73E4-72C6-CB0A-4A75-ED3F62020ABE}"/>
              </a:ext>
            </a:extLst>
          </p:cNvPr>
          <p:cNvGraphicFramePr>
            <a:graphicFrameLocks noGrp="1"/>
          </p:cNvGraphicFramePr>
          <p:nvPr/>
        </p:nvGraphicFramePr>
        <p:xfrm>
          <a:off x="8056061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A1B4BA-B04B-C425-4653-FBBAE5CCE5D6}"/>
              </a:ext>
            </a:extLst>
          </p:cNvPr>
          <p:cNvSpPr txBox="1"/>
          <p:nvPr/>
        </p:nvSpPr>
        <p:spPr>
          <a:xfrm>
            <a:off x="8218589" y="6396335"/>
            <a:ext cx="1712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temp stack</a:t>
            </a:r>
          </a:p>
        </p:txBody>
      </p:sp>
      <p:graphicFrame>
        <p:nvGraphicFramePr>
          <p:cNvPr id="13" name="Table 35">
            <a:extLst>
              <a:ext uri="{FF2B5EF4-FFF2-40B4-BE49-F238E27FC236}">
                <a16:creationId xmlns:a16="http://schemas.microsoft.com/office/drawing/2014/main" id="{6190D338-ED66-4E45-2EBD-C919D54D0C80}"/>
              </a:ext>
            </a:extLst>
          </p:cNvPr>
          <p:cNvGraphicFramePr>
            <a:graphicFrameLocks noGrp="1"/>
          </p:cNvGraphicFramePr>
          <p:nvPr/>
        </p:nvGraphicFramePr>
        <p:xfrm>
          <a:off x="6325245" y="5856560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7" name="Arrow: Left 65">
            <a:extLst>
              <a:ext uri="{FF2B5EF4-FFF2-40B4-BE49-F238E27FC236}">
                <a16:creationId xmlns:a16="http://schemas.microsoft.com/office/drawing/2014/main" id="{C5CE935D-6889-4048-86D6-A460071BEC3F}"/>
              </a:ext>
            </a:extLst>
          </p:cNvPr>
          <p:cNvSpPr/>
          <p:nvPr/>
        </p:nvSpPr>
        <p:spPr>
          <a:xfrm rot="10800000" flipV="1">
            <a:off x="7413770" y="5856560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5408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F97AC-74D5-1F45-0797-A4D7500EB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22121E-6D9F-583F-38E9-73F46A802082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764652D5-6898-F521-0FAB-623C9D8E663F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3F65F4F-8AE3-F9D7-472C-88960260D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8802FC33-7C15-FE60-92F2-D8F49E192DA0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4CCBB944-1586-F38A-4958-38E1C26CB26B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6B42EED8-62B0-9FDA-F999-45DB19162CDF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54C4A-DE6E-0593-0FB4-57800C45A62B}"/>
              </a:ext>
            </a:extLst>
          </p:cNvPr>
          <p:cNvSpPr txBox="1"/>
          <p:nvPr/>
        </p:nvSpPr>
        <p:spPr>
          <a:xfrm>
            <a:off x="8788303" y="4989027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8D112-AF11-F206-0CE8-041CEA4851E9}"/>
              </a:ext>
            </a:extLst>
          </p:cNvPr>
          <p:cNvSpPr txBox="1"/>
          <p:nvPr/>
        </p:nvSpPr>
        <p:spPr>
          <a:xfrm>
            <a:off x="5552261" y="758474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910BD-CADB-D46D-F7A7-B38538465638}"/>
              </a:ext>
            </a:extLst>
          </p:cNvPr>
          <p:cNvSpPr txBox="1"/>
          <p:nvPr/>
        </p:nvSpPr>
        <p:spPr>
          <a:xfrm>
            <a:off x="5552261" y="700456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B29C91-66F1-4E68-D41E-CBF6F191309F}"/>
              </a:ext>
            </a:extLst>
          </p:cNvPr>
          <p:cNvSpPr txBox="1"/>
          <p:nvPr/>
        </p:nvSpPr>
        <p:spPr>
          <a:xfrm>
            <a:off x="8825974" y="5573086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DA6F2826-1E11-AB99-78CC-A229B304D676}"/>
              </a:ext>
            </a:extLst>
          </p:cNvPr>
          <p:cNvGraphicFramePr>
            <a:graphicFrameLocks noGrp="1"/>
          </p:cNvGraphicFramePr>
          <p:nvPr/>
        </p:nvGraphicFramePr>
        <p:xfrm>
          <a:off x="8056061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348508-7218-5CE0-BB74-673676675634}"/>
              </a:ext>
            </a:extLst>
          </p:cNvPr>
          <p:cNvSpPr txBox="1"/>
          <p:nvPr/>
        </p:nvSpPr>
        <p:spPr>
          <a:xfrm>
            <a:off x="8218589" y="6396335"/>
            <a:ext cx="1712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temp stack</a:t>
            </a:r>
          </a:p>
        </p:txBody>
      </p:sp>
      <p:graphicFrame>
        <p:nvGraphicFramePr>
          <p:cNvPr id="13" name="Table 35">
            <a:extLst>
              <a:ext uri="{FF2B5EF4-FFF2-40B4-BE49-F238E27FC236}">
                <a16:creationId xmlns:a16="http://schemas.microsoft.com/office/drawing/2014/main" id="{AC312415-B8C9-3207-5141-F77236B983CA}"/>
              </a:ext>
            </a:extLst>
          </p:cNvPr>
          <p:cNvGraphicFramePr>
            <a:graphicFrameLocks noGrp="1"/>
          </p:cNvGraphicFramePr>
          <p:nvPr/>
        </p:nvGraphicFramePr>
        <p:xfrm>
          <a:off x="6325245" y="5856560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7" name="Arrow: Left 65">
            <a:extLst>
              <a:ext uri="{FF2B5EF4-FFF2-40B4-BE49-F238E27FC236}">
                <a16:creationId xmlns:a16="http://schemas.microsoft.com/office/drawing/2014/main" id="{606AD2DA-F3C9-D2E3-F414-800FC7B831F3}"/>
              </a:ext>
            </a:extLst>
          </p:cNvPr>
          <p:cNvSpPr/>
          <p:nvPr/>
        </p:nvSpPr>
        <p:spPr>
          <a:xfrm rot="10800000" flipV="1">
            <a:off x="7413770" y="5856560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1584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DEFC5-CE68-24D6-B6E6-4DB87F5A8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CD2D313-AEA8-996A-3ECD-8E434B99360F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C379A4B2-A602-8B2D-9FAA-8CB471F3166C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F84547A-0481-7B83-ADCF-B2C794A83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Stack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351457BB-0E1C-1E9E-1E32-EF7BC8825D30}"/>
              </a:ext>
            </a:extLst>
          </p:cNvPr>
          <p:cNvGraphicFramePr>
            <a:graphicFrameLocks noGrp="1"/>
          </p:cNvGraphicFramePr>
          <p:nvPr/>
        </p:nvGraphicFramePr>
        <p:xfrm>
          <a:off x="3169736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C2A55885-EEE1-2C10-D778-A05766C3F728}"/>
              </a:ext>
            </a:extLst>
          </p:cNvPr>
          <p:cNvGraphicFramePr>
            <a:graphicFrameLocks noGrp="1"/>
          </p:cNvGraphicFramePr>
          <p:nvPr/>
        </p:nvGraphicFramePr>
        <p:xfrm>
          <a:off x="2583024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6B2CF3D9-A07D-3F95-EFDB-1CF820CD6B77}"/>
              </a:ext>
            </a:extLst>
          </p:cNvPr>
          <p:cNvSpPr/>
          <p:nvPr/>
        </p:nvSpPr>
        <p:spPr>
          <a:xfrm rot="16200000" flipV="1">
            <a:off x="3122469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BB3EA-1D67-3A59-C1AA-64A9FD1A3D00}"/>
              </a:ext>
            </a:extLst>
          </p:cNvPr>
          <p:cNvSpPr txBox="1"/>
          <p:nvPr/>
        </p:nvSpPr>
        <p:spPr>
          <a:xfrm>
            <a:off x="10093141" y="1934973"/>
            <a:ext cx="5725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F134E-1A99-344D-7356-02FF01113B0F}"/>
              </a:ext>
            </a:extLst>
          </p:cNvPr>
          <p:cNvSpPr txBox="1"/>
          <p:nvPr/>
        </p:nvSpPr>
        <p:spPr>
          <a:xfrm>
            <a:off x="5552261" y="7584742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61FE5-99CE-AF79-D62E-71C9184B2A64}"/>
              </a:ext>
            </a:extLst>
          </p:cNvPr>
          <p:cNvSpPr txBox="1"/>
          <p:nvPr/>
        </p:nvSpPr>
        <p:spPr>
          <a:xfrm>
            <a:off x="5552261" y="7004561"/>
            <a:ext cx="5437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F222F-B490-2D1E-1764-BA235BCF39F2}"/>
              </a:ext>
            </a:extLst>
          </p:cNvPr>
          <p:cNvSpPr txBox="1"/>
          <p:nvPr/>
        </p:nvSpPr>
        <p:spPr>
          <a:xfrm>
            <a:off x="10668649" y="1934973"/>
            <a:ext cx="4972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12" name="Table 31">
            <a:extLst>
              <a:ext uri="{FF2B5EF4-FFF2-40B4-BE49-F238E27FC236}">
                <a16:creationId xmlns:a16="http://schemas.microsoft.com/office/drawing/2014/main" id="{C0531983-2D91-99E9-0332-D29C1BEB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877300"/>
              </p:ext>
            </p:extLst>
          </p:nvPr>
        </p:nvGraphicFramePr>
        <p:xfrm>
          <a:off x="8056060" y="4003880"/>
          <a:ext cx="2037080" cy="2348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67406527"/>
                    </a:ext>
                  </a:extLst>
                </a:gridCol>
              </a:tblGrid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62470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772172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62954"/>
                  </a:ext>
                </a:extLst>
              </a:tr>
              <a:tr h="587029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5995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6BAF34-F639-6730-2358-4196869D2194}"/>
              </a:ext>
            </a:extLst>
          </p:cNvPr>
          <p:cNvSpPr txBox="1"/>
          <p:nvPr/>
        </p:nvSpPr>
        <p:spPr>
          <a:xfrm>
            <a:off x="8218589" y="6396335"/>
            <a:ext cx="1712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temp stack</a:t>
            </a:r>
          </a:p>
        </p:txBody>
      </p:sp>
      <p:graphicFrame>
        <p:nvGraphicFramePr>
          <p:cNvPr id="13" name="Table 35">
            <a:extLst>
              <a:ext uri="{FF2B5EF4-FFF2-40B4-BE49-F238E27FC236}">
                <a16:creationId xmlns:a16="http://schemas.microsoft.com/office/drawing/2014/main" id="{8F9C730D-3398-B96C-C57F-866A3A846CB7}"/>
              </a:ext>
            </a:extLst>
          </p:cNvPr>
          <p:cNvGraphicFramePr>
            <a:graphicFrameLocks noGrp="1"/>
          </p:cNvGraphicFramePr>
          <p:nvPr/>
        </p:nvGraphicFramePr>
        <p:xfrm>
          <a:off x="6325245" y="5856560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Top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7" name="Arrow: Left 65">
            <a:extLst>
              <a:ext uri="{FF2B5EF4-FFF2-40B4-BE49-F238E27FC236}">
                <a16:creationId xmlns:a16="http://schemas.microsoft.com/office/drawing/2014/main" id="{255CBE6E-1644-47C4-3814-8ADB8278D7DE}"/>
              </a:ext>
            </a:extLst>
          </p:cNvPr>
          <p:cNvSpPr/>
          <p:nvPr/>
        </p:nvSpPr>
        <p:spPr>
          <a:xfrm rot="10800000" flipV="1">
            <a:off x="7413770" y="5856560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9BEB7-6CC1-3991-6959-FB690E4CFA8F}"/>
              </a:ext>
            </a:extLst>
          </p:cNvPr>
          <p:cNvSpPr txBox="1"/>
          <p:nvPr/>
        </p:nvSpPr>
        <p:spPr>
          <a:xfrm>
            <a:off x="7364195" y="2135028"/>
            <a:ext cx="2160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Final answer: </a:t>
            </a:r>
          </a:p>
        </p:txBody>
      </p:sp>
      <p:sp>
        <p:nvSpPr>
          <p:cNvPr id="19" name="Explosion: 8 Points 18">
            <a:extLst>
              <a:ext uri="{FF2B5EF4-FFF2-40B4-BE49-F238E27FC236}">
                <a16:creationId xmlns:a16="http://schemas.microsoft.com/office/drawing/2014/main" id="{B5E3C91A-2669-6CAE-3526-F17B4F2E6326}"/>
              </a:ext>
            </a:extLst>
          </p:cNvPr>
          <p:cNvSpPr/>
          <p:nvPr/>
        </p:nvSpPr>
        <p:spPr>
          <a:xfrm>
            <a:off x="9403671" y="1312851"/>
            <a:ext cx="2524125" cy="2257425"/>
          </a:xfrm>
          <a:prstGeom prst="irregularSeal1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1664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1137</TotalTime>
  <Words>660</Words>
  <Application>Microsoft Office PowerPoint</Application>
  <PresentationFormat>Widescreen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81</cp:revision>
  <dcterms:created xsi:type="dcterms:W3CDTF">2022-05-11T03:47:05Z</dcterms:created>
  <dcterms:modified xsi:type="dcterms:W3CDTF">2026-06-09T02:33:12Z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