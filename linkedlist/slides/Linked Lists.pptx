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5" r:id="rId10"/>
    <p:sldId id="263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93" r:id="rId21"/>
    <p:sldId id="275" r:id="rId22"/>
    <p:sldId id="294" r:id="rId23"/>
    <p:sldId id="282" r:id="rId24"/>
    <p:sldId id="281" r:id="rId25"/>
    <p:sldId id="276" r:id="rId26"/>
    <p:sldId id="295" r:id="rId27"/>
    <p:sldId id="277" r:id="rId28"/>
    <p:sldId id="296" r:id="rId29"/>
    <p:sldId id="278" r:id="rId30"/>
    <p:sldId id="283" r:id="rId31"/>
    <p:sldId id="297" r:id="rId32"/>
    <p:sldId id="279" r:id="rId33"/>
    <p:sldId id="284" r:id="rId34"/>
    <p:sldId id="298" r:id="rId35"/>
    <p:sldId id="285" r:id="rId36"/>
    <p:sldId id="287" r:id="rId37"/>
    <p:sldId id="288" r:id="rId38"/>
    <p:sldId id="291" r:id="rId39"/>
    <p:sldId id="290" r:id="rId40"/>
    <p:sldId id="289" r:id="rId41"/>
    <p:sldId id="292" r:id="rId42"/>
    <p:sldId id="300" r:id="rId43"/>
    <p:sldId id="299" r:id="rId44"/>
    <p:sldId id="301" r:id="rId45"/>
    <p:sldId id="303" r:id="rId46"/>
    <p:sldId id="302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FA15F49-CD5C-4487-9134-4C98FDE81418}">
          <p14:sldIdLst>
            <p14:sldId id="256"/>
            <p14:sldId id="257"/>
            <p14:sldId id="266"/>
            <p14:sldId id="258"/>
            <p14:sldId id="259"/>
            <p14:sldId id="260"/>
            <p14:sldId id="261"/>
            <p14:sldId id="262"/>
            <p14:sldId id="265"/>
            <p14:sldId id="263"/>
            <p14:sldId id="264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93"/>
            <p14:sldId id="275"/>
            <p14:sldId id="294"/>
            <p14:sldId id="282"/>
            <p14:sldId id="281"/>
            <p14:sldId id="276"/>
            <p14:sldId id="295"/>
            <p14:sldId id="277"/>
            <p14:sldId id="296"/>
            <p14:sldId id="278"/>
            <p14:sldId id="283"/>
            <p14:sldId id="297"/>
            <p14:sldId id="279"/>
            <p14:sldId id="284"/>
            <p14:sldId id="298"/>
            <p14:sldId id="285"/>
            <p14:sldId id="287"/>
            <p14:sldId id="288"/>
            <p14:sldId id="291"/>
            <p14:sldId id="290"/>
          </p14:sldIdLst>
        </p14:section>
        <p14:section name="Untitled Section" id="{AA886B31-04AA-4BEB-9624-D5E6DD9320F0}">
          <p14:sldIdLst>
            <p14:sldId id="289"/>
            <p14:sldId id="292"/>
            <p14:sldId id="300"/>
            <p14:sldId id="299"/>
            <p14:sldId id="301"/>
            <p14:sldId id="303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4" autoAdjust="0"/>
    <p:restoredTop sz="94647"/>
  </p:normalViewPr>
  <p:slideViewPr>
    <p:cSldViewPr snapToGrid="0">
      <p:cViewPr varScale="1">
        <p:scale>
          <a:sx n="137" d="100"/>
          <a:sy n="137" d="100"/>
        </p:scale>
        <p:origin x="38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21C5A-8F42-2D39-E75A-A898EC6C1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D54EE-4F2F-34E1-D6C6-EFCE7A63B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5FA74-6B13-2BD2-19E5-C4ADC2B12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05861-E637-4FE3-A505-BF63831C8AEC}" type="datetimeFigureOut">
              <a:rPr lang="en-PH" smtClean="0"/>
              <a:t>5/7/26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2EC04-93D4-BF6C-8B91-A7564BB91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45ACE-C53C-6589-B3D9-BB0E3302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93DE-D306-4E09-BA56-77D2F81C796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70077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91947-A272-6596-AE5C-CFA1F3087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6931E-AECC-CA05-5516-481C17F17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9891E-A05B-2352-4CB8-045DE9261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05861-E637-4FE3-A505-BF63831C8AEC}" type="datetimeFigureOut">
              <a:rPr lang="en-PH" smtClean="0"/>
              <a:t>5/7/26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DEEDA-630B-5DA4-72DE-7D54997A2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6910A-A559-80EE-E642-88DA9BA3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93DE-D306-4E09-BA56-77D2F81C796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68214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74196-A414-462B-E4AD-2F8EE65C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2F01F-1E2A-0E44-9E66-745233495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BE5E8-A5B8-3426-A2E5-DB16A4DA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05861-E637-4FE3-A505-BF63831C8AEC}" type="datetimeFigureOut">
              <a:rPr lang="en-PH" smtClean="0"/>
              <a:t>5/7/26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2B313-7037-49C1-72E0-DC8A3D91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6C1AB-981F-5A0D-D7E9-98C3A416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93DE-D306-4E09-BA56-77D2F81C796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84083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98322-1451-4C22-849B-73DC3C9D6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7EBA5-4E4A-98AF-7CF1-A793194529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BBAFF-49AD-71A5-69AB-9E4A45567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034A6-E214-8B30-F817-C3C9A135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05861-E637-4FE3-A505-BF63831C8AEC}" type="datetimeFigureOut">
              <a:rPr lang="en-PH" smtClean="0"/>
              <a:t>5/7/26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E435D-D9BB-9FA5-3745-3F1DF8640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841CE-D9C8-D95A-DDA3-BE30236C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93DE-D306-4E09-BA56-77D2F81C796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6098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0371A-F005-B8CC-3AD4-6185EC14A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AB918-3FBD-4A13-E722-FCC2F989C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33827-E64E-A52D-E45B-4163B4411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6B0897-F211-153C-E8DC-E16FA2202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19471E-CBA8-0913-DEF8-6812A55D39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795AE6-2B05-348B-671F-EF83E7A2F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05861-E637-4FE3-A505-BF63831C8AEC}" type="datetimeFigureOut">
              <a:rPr lang="en-PH" smtClean="0"/>
              <a:t>5/7/26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838137-86E2-C3B1-93C2-DC229402B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942BEB-C705-34AD-3545-944FD2157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93DE-D306-4E09-BA56-77D2F81C796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6080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183D-83EF-9623-2D21-2C3B934E2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EABDD5-E145-0FBB-D0A1-854055A23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05861-E637-4FE3-A505-BF63831C8AEC}" type="datetimeFigureOut">
              <a:rPr lang="en-PH" smtClean="0"/>
              <a:t>5/7/26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9D075-4F08-6C41-D81D-A16CCAD0F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44D2A-AC14-D37E-56DE-90A732AEB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93DE-D306-4E09-BA56-77D2F81C796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5885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87275F-08E1-6CE5-5463-E56F54702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05861-E637-4FE3-A505-BF63831C8AEC}" type="datetimeFigureOut">
              <a:rPr lang="en-PH" smtClean="0"/>
              <a:t>5/7/26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2EC95-1944-B2C8-D923-2BF418211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46572-C1FF-2B49-EB90-955839F5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93DE-D306-4E09-BA56-77D2F81C796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0511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D286C-207E-EBCE-938F-D56E6268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81FCB-D97E-B332-B7B6-4CD59520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75049-8487-F22A-670C-B844F2F18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A997A-D238-D159-02F1-1598AA925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05861-E637-4FE3-A505-BF63831C8AEC}" type="datetimeFigureOut">
              <a:rPr lang="en-PH" smtClean="0"/>
              <a:t>5/7/26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488B6-B09C-412D-1D1C-08174E6B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EF96A-1893-ED26-0A97-B73C50DE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93DE-D306-4E09-BA56-77D2F81C796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6904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DEDA2-162E-F65F-3DD1-C509B5FE1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9557BE-6513-FB7D-0796-F14C79596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FE9A4-76AA-5FD4-E1AF-58DD11A28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6F0BD-F3C4-C629-A914-F2CF04E2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05861-E637-4FE3-A505-BF63831C8AEC}" type="datetimeFigureOut">
              <a:rPr lang="en-PH" smtClean="0"/>
              <a:t>5/7/26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C3AAB-BCE7-8F80-5332-BF284ED46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D9539-976C-C6AD-1BAA-A3F4B3EC6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93DE-D306-4E09-BA56-77D2F81C796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84221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21FD-B472-A52B-1439-CCD4AA5D3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AC1554-7EB6-6B91-5DCA-2E4C90B2E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FB9AB-B3A4-8B7F-6E78-5E61D72A4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05861-E637-4FE3-A505-BF63831C8AEC}" type="datetimeFigureOut">
              <a:rPr lang="en-PH" smtClean="0"/>
              <a:t>5/7/26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A1E6E-973B-2357-6C02-06CFBBA17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CFBB0-2D81-76FC-E75E-228A2E76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93DE-D306-4E09-BA56-77D2F81C796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56706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97C3BD-09C1-C9D8-03A5-4B6456EF10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6496FD-E7D9-91F0-7F20-5B23A8037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1A8D3-4DDA-F734-8DF1-2DB32501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05861-E637-4FE3-A505-BF63831C8AEC}" type="datetimeFigureOut">
              <a:rPr lang="en-PH" smtClean="0"/>
              <a:t>5/7/26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D7B28-F2D8-F887-05DF-06D3798C9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BB26C-348D-80D0-41FC-D99AC17D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93DE-D306-4E09-BA56-77D2F81C796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25459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0A1D4A-ED57-8A55-6DBC-B35130F16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46833-82D1-1204-4D9D-26A51A0A3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194EF-840D-EDBD-F385-608E650FD3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A05861-E637-4FE3-A505-BF63831C8AEC}" type="datetimeFigureOut">
              <a:rPr lang="en-PH" smtClean="0"/>
              <a:t>5/7/26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14E26-6A07-85D2-365B-F64626F7DA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E678C-682B-4F93-67F9-87BF228C8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3F93DE-D306-4E09-BA56-77D2F81C796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87970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6AA77E-5F39-C48C-D0C0-56E0EA103278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46387C-B1E5-391D-6D35-6A539E734B8C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D14D9E-C2B2-3436-B149-9FC47972ED74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9D626F-3E50-E36C-3B2A-59FF7EA7D422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400974-8C76-B1B6-1407-AD92B1F8B3C5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168864-9F28-24D9-40D4-A25AC6FD5AFB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18D0FF-FC7B-D2AF-9704-0A520574D868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35E7BB-E958-0C23-77D9-55E54E457EAA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AF3DED-6A22-F44B-B447-4E56F21AB9FC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rgbClr val="92D05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401025-CF84-DA6F-6DAD-4D0CB73DF5CA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77D424-F03D-7B9E-10B2-CE033B60CAB5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748950-29E2-DCDF-DB31-58A5D52AC19F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ECCF1C-CF5D-DD95-1A6F-5F3E4EF19F13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685CA0-7784-FA62-7A5A-F0809C5E064C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F01E83-04D7-D011-93EB-450BD0F52C05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39FAD3-9CF3-B109-7B29-F0CF340BCB47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A69860-F370-2989-5E52-F4E9D64949F9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FD4368-2C7C-F039-5A1B-0403C717F5D5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929670-4298-1B45-E0D7-E85FD8B3B3BD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2CB198-C6FA-5A30-5285-4B0735AC2FF6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FB99D7-740B-7A83-6E0B-D701AC15CCB7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E9CB62-63A3-B6C2-48B7-8C91374A2E42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8F41CB-F61B-EC54-35DB-0B202A473D13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1823E11-4177-1256-6E5C-1584D1D92581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817539-003D-D2A3-2242-646E68B190B6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0EF787-DAD6-46E7-273C-403053F0F557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C4BD2E3-22C9-1224-1AE5-F39C2DF3AA3A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91753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EBD6C1-8015-0656-C333-5A7DB7483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4A3481-DE6C-07E7-3FBB-17E5A7EF045D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2EB02D-2C78-9815-EA4A-A6EF558D0285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51FA6F-82F8-E06E-8C35-2791E8C97861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958B37-04E7-FDDA-159F-209758608ECE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F7490C-A47D-0A4D-C59B-2A42ABD1F265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F706D2-CD6D-108B-171B-D332D002602C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7DA4B0-9430-6266-05EA-418890298417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5E50D3-ABFC-5DB5-E2E9-0FF7321EB1F3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5ECC-0D0D-6049-493F-13E20B77527F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rgbClr val="92D05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8C97AC-495B-5979-4419-F333EF16F92B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5BCDE5-4B3A-44B5-2E1F-547FB0293DBD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A59D3C-2BB0-D631-44F1-41025B0ECB11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E41D12-5868-D8F6-9658-C0197C73FE28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54D709-BAA2-5290-47F9-3D706F147E06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F4323A-13DB-2ACA-CB6E-BF59DC216671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F4DD1F-AF06-4B8C-6965-E822D291B1A6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B41113-3323-3DD9-AA81-2BC89F51FF78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4B3AF7-B1A9-FF39-B8A9-3A31F11DF49F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49730B-C296-93CC-EBE1-ED8E11CD66FF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882F9E-FE76-27E1-40C2-CE3BCFED4F2D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28FB0FE-0083-7867-E700-0C9160C13472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AE636ED-48DE-245C-B71B-F87C1199ED59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AE8451-7ABF-9FDE-9839-856636FA941E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7DC1C8-10A1-C7B8-F2A0-56B2EEE4E096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71FBDEA-2D17-0355-C5BB-6EE54053E1BD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6CF4EB-440F-EF8B-BADD-258C0CCBB398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FF870E-0BBF-7396-47E6-03BB21390A23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3590BB4B-AF61-4875-E336-6844E0F90DCF}"/>
              </a:ext>
            </a:extLst>
          </p:cNvPr>
          <p:cNvSpPr/>
          <p:nvPr/>
        </p:nvSpPr>
        <p:spPr>
          <a:xfrm>
            <a:off x="5412772" y="682869"/>
            <a:ext cx="484632" cy="97840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F2C217-3223-0C0E-FB27-CC4D96C439BA}"/>
              </a:ext>
            </a:extLst>
          </p:cNvPr>
          <p:cNvSpPr txBox="1"/>
          <p:nvPr/>
        </p:nvSpPr>
        <p:spPr>
          <a:xfrm>
            <a:off x="6112288" y="901236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92D050"/>
                </a:solidFill>
              </a:rPr>
              <a:t>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F94664-A3CF-1093-DF4E-03FA3EA13D76}"/>
              </a:ext>
            </a:extLst>
          </p:cNvPr>
          <p:cNvSpPr txBox="1"/>
          <p:nvPr/>
        </p:nvSpPr>
        <p:spPr>
          <a:xfrm>
            <a:off x="3025887" y="5311871"/>
            <a:ext cx="661263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For example, we wanted to insert “X” at index 3</a:t>
            </a:r>
          </a:p>
        </p:txBody>
      </p:sp>
    </p:spTree>
    <p:extLst>
      <p:ext uri="{BB962C8B-B14F-4D97-AF65-F5344CB8AC3E}">
        <p14:creationId xmlns:p14="http://schemas.microsoft.com/office/powerpoint/2010/main" val="408990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592CD3-6ECD-9DFF-B74C-938044791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DA1768E-6526-538E-A388-4EDEEC157087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FF21B5-A0EE-7CB0-B5E1-CFBC66AB5DF4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F7F3F1-4766-162A-8076-87FD4ED44A2D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2EEF32-5BC7-B28B-0419-E592E342452D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A7DBEC-AA09-D50E-0BEC-DD441D8156BC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C43299-3016-5469-8E68-557CF3C64C9A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199162-5D46-9501-5C77-596F4758B57E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BA7DB9-FD44-D2E0-2B0B-ED2D0694F3B7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10D1F6-202B-4D6B-F7DA-CF3EFFEA172A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rgbClr val="92D05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D391CA-F242-BE83-8CC2-2BD21A8C0468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6C269E-7AB1-761A-2B6E-70AAF26D01A9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71E55A-29B4-887B-05E7-6F450563D7FB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21AD89-9AD0-FA70-2BCA-458BC5705B46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BBB58A-8504-EB04-549B-2581DA00FDAA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86D409-4B54-5687-A97A-A0C9A5EAD194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08BF8A-0198-25B7-5418-88315CDAF697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ED01F9-E34E-9C4B-F66E-A539CCB4D0C2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A3E29BA-655C-5C7C-B46C-18016004E019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942404-82E2-9D94-D419-7E5ABD81CCB1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EEB246-2365-3B37-9567-801923CE0237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E4BDB8-F0FF-15BF-5D64-5090B93FF530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58B23A-FA92-066E-AEFB-6D623168BA6E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242D04-2E55-F0BD-70CA-2ACCB87B2AC5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15DBDA-8AAE-E7DF-F29A-698976A4BDCA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188834-F1C0-2453-69DB-224FC767F3B3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34CAD8-0D99-0CAC-17CF-D86493004F5C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80FE91-BE92-F8FE-4A82-5BC68B40C4C4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493BDB73-7474-A5D7-73FF-C7B28C993143}"/>
              </a:ext>
            </a:extLst>
          </p:cNvPr>
          <p:cNvSpPr/>
          <p:nvPr/>
        </p:nvSpPr>
        <p:spPr>
          <a:xfrm>
            <a:off x="5412772" y="682869"/>
            <a:ext cx="484632" cy="97840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B05318-DC0F-2D54-DFB9-C3928FF2584E}"/>
              </a:ext>
            </a:extLst>
          </p:cNvPr>
          <p:cNvSpPr txBox="1"/>
          <p:nvPr/>
        </p:nvSpPr>
        <p:spPr>
          <a:xfrm>
            <a:off x="6112288" y="901236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92D050"/>
                </a:solidFill>
              </a:rPr>
              <a:t>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038491-C23F-73B0-B6AE-735AD1929EF6}"/>
              </a:ext>
            </a:extLst>
          </p:cNvPr>
          <p:cNvSpPr txBox="1"/>
          <p:nvPr/>
        </p:nvSpPr>
        <p:spPr>
          <a:xfrm>
            <a:off x="1801545" y="5311871"/>
            <a:ext cx="86214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The problem with arrays is that we need to shift the elements to the right to accommodate our new value</a:t>
            </a:r>
          </a:p>
        </p:txBody>
      </p:sp>
    </p:spTree>
    <p:extLst>
      <p:ext uri="{BB962C8B-B14F-4D97-AF65-F5344CB8AC3E}">
        <p14:creationId xmlns:p14="http://schemas.microsoft.com/office/powerpoint/2010/main" val="3180285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01A51D-D239-16EA-0619-BE24F6C5A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303DAC-4DD6-FEC4-416F-636D1936FB38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2E8711-8D5D-4AF6-93C7-22E14E68D6B3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ABBF5E-CAA2-ED6B-3485-D02770B635CC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7B22F2-9742-2713-167E-527533518D74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3F904C-31C5-F027-B92F-2978D662CA2C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2F5B7B-CFC9-3A40-924E-5C0C37474FBD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1E9B2A-7497-432A-97F8-963ADB43C63F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966491-0267-F0B3-6ACB-9FA375D439F9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500" b="1" dirty="0">
              <a:solidFill>
                <a:srgbClr val="92D05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3678BE-151A-4361-0BF0-727D030F171F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C2DBEB-63B7-0D9D-F65F-8D20CB7DF8A2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572C59-2ED0-F2DC-4D9C-9591C58E1D18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F5F56F-CB13-984D-26F5-8B02008C80EB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E7A856-7C6E-8AAC-1200-8E31187BEA52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7A5521-775F-048B-C3F9-7BE97992C31A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234BEA-76CC-0BC1-AD26-51F71C448D6B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C6C955-592F-0DE9-5443-22D7327FF3AD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67A33E-C68E-987D-90B7-3DF375682B02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620E66-77C6-51B2-5C77-57FD33A086E2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9A18E2-BEF8-3A3B-5218-10958982F736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B1DA73-90FE-DEDE-791E-432760AA3DF8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A3F9EF-4620-E7B4-EFF7-7133D89D57B3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C57190-6FDD-8A8C-58E6-C862B5C276FF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F7E701-533B-9DBE-4181-065364316B46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45BBBD-006C-5E57-7789-D0C1554C7EB7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ECC2E4D-C326-0E33-F510-2119FEC754AD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9ADCB5-F2D0-C537-11BB-D902BDB765E7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63E013-5AA7-DF92-0729-DFB35908174F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31505AE9-3932-4DE2-66F5-FB78B3AAA2B5}"/>
              </a:ext>
            </a:extLst>
          </p:cNvPr>
          <p:cNvSpPr/>
          <p:nvPr/>
        </p:nvSpPr>
        <p:spPr>
          <a:xfrm>
            <a:off x="5412772" y="682869"/>
            <a:ext cx="484632" cy="97840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B7DE30-1C66-6648-805F-593FEF3C0D6B}"/>
              </a:ext>
            </a:extLst>
          </p:cNvPr>
          <p:cNvSpPr txBox="1"/>
          <p:nvPr/>
        </p:nvSpPr>
        <p:spPr>
          <a:xfrm>
            <a:off x="6112288" y="901236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92D050"/>
                </a:solidFill>
              </a:rPr>
              <a:t>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AE2C4F-DFB4-6030-D578-9D97618DB9DD}"/>
              </a:ext>
            </a:extLst>
          </p:cNvPr>
          <p:cNvSpPr txBox="1"/>
          <p:nvPr/>
        </p:nvSpPr>
        <p:spPr>
          <a:xfrm>
            <a:off x="1801545" y="5311871"/>
            <a:ext cx="86214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The problem with arrays is that we need to shift the elements to the right to accommodate our new value</a:t>
            </a:r>
          </a:p>
        </p:txBody>
      </p:sp>
    </p:spTree>
    <p:extLst>
      <p:ext uri="{BB962C8B-B14F-4D97-AF65-F5344CB8AC3E}">
        <p14:creationId xmlns:p14="http://schemas.microsoft.com/office/powerpoint/2010/main" val="3038030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D70B33-2987-5DAF-D5FF-181D14B2A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9C55CC6-FC04-A0FE-3A65-3B19AAAF7C3B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0DA785-D130-3283-7170-303789DDBB81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2A2E5-D1C4-E7E5-29B2-1A3D6992AB6C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541B4F-C26E-7508-DC44-BFC17A0939FA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776282-0052-0C4C-19C3-43421140355F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DE148F-5027-4334-55FB-ED6076449FD9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543F75-183D-D46B-2F21-BC3817424145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500" b="1" dirty="0">
              <a:solidFill>
                <a:srgbClr val="92D05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EA41FA-1444-176F-2B51-ECB55A249503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C5C4C3-28D2-D655-78EF-9748B989354C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B63E24-1C59-93F9-C113-C345CCB96481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D62F85-CCA1-ED23-0DEB-B4BBC0C4C916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4EE33D-B7AA-6E77-0C4B-A586B641F153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212B08-ECD0-CF27-6788-1A8D3828FBCA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824EAB-283C-3FA0-3E1C-901F579DF272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CD87AA-AE34-A84B-5F41-AD9A132916A6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B22781-6AA5-B632-BF97-9805E62742A3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635DA9-6B69-0E00-00D6-6C0D1B460B08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D5C23A-99A7-553B-E9EE-5C8A9B405102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BFD615-9A66-3632-0088-D886E0644EAA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BC9850-FD85-4622-9006-D4669C98E4F8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FC44DC-468A-1BF0-1E66-15D966F862F6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2036F3-813B-C7B6-B734-9D3DD6C11FCB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DC20E2-B75A-1943-654A-F1D353C9FA37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D5AB9F-0EC6-115B-03C0-6AD056992B65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C90075-8D08-183E-7AA6-8CB5EF4F883E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EF9505-7D8F-69A1-5589-4531760F516C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7278D93-C492-977E-F994-74A7B25ADAB3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46E02D46-2CEA-4241-B639-16C86647774B}"/>
              </a:ext>
            </a:extLst>
          </p:cNvPr>
          <p:cNvSpPr/>
          <p:nvPr/>
        </p:nvSpPr>
        <p:spPr>
          <a:xfrm>
            <a:off x="5412772" y="682869"/>
            <a:ext cx="484632" cy="97840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8D9EE0-DC6F-253F-4A9C-D10E40022A4C}"/>
              </a:ext>
            </a:extLst>
          </p:cNvPr>
          <p:cNvSpPr txBox="1"/>
          <p:nvPr/>
        </p:nvSpPr>
        <p:spPr>
          <a:xfrm>
            <a:off x="6112288" y="901236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92D050"/>
                </a:solidFill>
              </a:rPr>
              <a:t>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7F8E2-A2A6-5566-108A-E1922E634EBB}"/>
              </a:ext>
            </a:extLst>
          </p:cNvPr>
          <p:cNvSpPr txBox="1"/>
          <p:nvPr/>
        </p:nvSpPr>
        <p:spPr>
          <a:xfrm>
            <a:off x="1801545" y="5311871"/>
            <a:ext cx="86214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The problem with arrays is that we need to shift the elements to the right to accommodate our new value</a:t>
            </a:r>
          </a:p>
        </p:txBody>
      </p:sp>
    </p:spTree>
    <p:extLst>
      <p:ext uri="{BB962C8B-B14F-4D97-AF65-F5344CB8AC3E}">
        <p14:creationId xmlns:p14="http://schemas.microsoft.com/office/powerpoint/2010/main" val="3012339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381270-5055-A978-D0D0-DE884346D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721E3F8-0C6B-0469-77F0-945335E271D3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F12F47-CA09-98AA-9CDB-85E7598A84BF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BCFC8B-4D7A-E4CF-6411-FA8FCF6FCAFC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8EBF77-BE75-901E-833D-5F86E5AB9865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35E721-DAFA-1A3B-2AAC-4FE1AAB01D44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A2FB14-17ED-9C0C-7E68-4D9EC9764609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500" b="1" dirty="0">
              <a:solidFill>
                <a:srgbClr val="92D05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2BF6A-1F22-8DFC-AA11-266BB5AF72EE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2C32BE-785C-0162-F89F-3935E63234D7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9DC205-0AE9-75CD-1B38-2D0820347466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3777BC-2D4A-980F-E10C-A2A246EBC0DA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7D99D4-4A71-5640-B3D2-8FDE3C0F8399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D376E9-CCDE-113B-69A1-DE6F72841C67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FC4467-A645-5B2F-B3FB-74F70C412E99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7EB1A0-1EEF-8C44-4B1C-5357AB869FD6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DAC60E-5C24-241A-7730-4CE9CB1970FB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89A806-29A8-0257-BBEA-76FB8EA79717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FBB3CE-1297-F3E3-768F-354B498791BE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DD1786-F4C0-AC3E-8C45-BE16E5B36E2F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5BEE55-7D0A-28B2-57C7-BDFD4CDB28A4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0E3724-BF78-3351-5D22-4309DDFAB2C3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2C4949-2574-E1B3-80F6-ACAC4DD95829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0B17CD-E04E-3C3C-BB3B-4234DD3E2258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44812B-EB66-13CE-F26F-D3989D6723B7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BEE1FF-48C8-3366-B07A-439EF478CD7C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1D5771-CAE0-8500-E20F-083AF043AF5D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1567AB-B405-3A23-0BD1-DD11DE56D39A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B6D664B-2C82-7963-6209-7D8155D81831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1CB6EF40-A453-02A3-3587-E4E4C96FD069}"/>
              </a:ext>
            </a:extLst>
          </p:cNvPr>
          <p:cNvSpPr/>
          <p:nvPr/>
        </p:nvSpPr>
        <p:spPr>
          <a:xfrm>
            <a:off x="5412772" y="682869"/>
            <a:ext cx="484632" cy="97840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571C25-EEDA-990D-F348-0563CD3C83A9}"/>
              </a:ext>
            </a:extLst>
          </p:cNvPr>
          <p:cNvSpPr txBox="1"/>
          <p:nvPr/>
        </p:nvSpPr>
        <p:spPr>
          <a:xfrm>
            <a:off x="6112288" y="901236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92D050"/>
                </a:solidFill>
              </a:rPr>
              <a:t>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7D7756-6BF4-9A23-1230-0B0295963C4C}"/>
              </a:ext>
            </a:extLst>
          </p:cNvPr>
          <p:cNvSpPr txBox="1"/>
          <p:nvPr/>
        </p:nvSpPr>
        <p:spPr>
          <a:xfrm>
            <a:off x="1801545" y="5311871"/>
            <a:ext cx="86214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The problem with arrays is that we need to shift the elements to the right to accommodate our new value</a:t>
            </a:r>
          </a:p>
        </p:txBody>
      </p:sp>
    </p:spTree>
    <p:extLst>
      <p:ext uri="{BB962C8B-B14F-4D97-AF65-F5344CB8AC3E}">
        <p14:creationId xmlns:p14="http://schemas.microsoft.com/office/powerpoint/2010/main" val="4124139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93823-2AAD-984D-2CB7-8A46A924A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6BDEFA-AD85-2D1E-1378-43A58161F18C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0E1C3D-1F24-1FE7-B83D-EBE7E40A5E99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9CA8CE-3394-AD3D-C509-4B62DCC30CFC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6021EA-3038-2C57-5DE5-28F5E51117EF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3C7B38-FE9D-47D1-73BD-5A3E0FD3C829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500" b="1" dirty="0">
              <a:solidFill>
                <a:srgbClr val="92D05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C7C837-8018-C0ED-0E53-DA2C7FA8C565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80582A-E122-5C22-95A8-443CBFBF82C9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B26923-A36D-FB40-8939-3EBD79B25CB3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BE2548-AC05-4938-3399-F3FCCB2931C2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601D1F-B57A-F23C-1877-DA365E67E4D5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E37036-A1FC-2004-CD72-3E7F8794876E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A03677-8887-5ED1-75B8-40E8B9CDD513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0C5FB4-D89A-28FC-FD35-D570B71527F5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D7747E-FD7C-5FED-DAFB-9AFD2C677DD5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210FE3-7096-6246-5C9D-40750AC42796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F01B89-ECFA-1F1A-3E8C-8DB6218E25C2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F0C5F-BE86-98E0-0B73-A023B612D982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62A037-462F-AD0D-FFE6-0AB9622CA7C1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26D565-4512-A662-E28B-F59737668BFD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8ECC9D-B63E-7467-B2B7-DBCA1C82DCAF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87C097-CD87-8011-E2F1-E1E046893117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E65917-0705-468E-B77E-D64FB5AA0C24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00BD5A-7B08-0AF8-2A21-A7A008DA40C7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10790D-431A-ACD1-38E9-A3C33C4C08B0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FCCF9C-4801-51EC-C0F9-6ABEDBE19321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EAA2C80-4945-E6B4-6F4A-11DC263D457E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FFCABC0-4884-1BAE-BD20-E8E20D6E0483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54782AFF-DF20-844B-0ACD-C9456EF33581}"/>
              </a:ext>
            </a:extLst>
          </p:cNvPr>
          <p:cNvSpPr/>
          <p:nvPr/>
        </p:nvSpPr>
        <p:spPr>
          <a:xfrm>
            <a:off x="5412772" y="682869"/>
            <a:ext cx="484632" cy="97840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E5F9CF-23F8-EB8D-D97F-F1327BA1C4D4}"/>
              </a:ext>
            </a:extLst>
          </p:cNvPr>
          <p:cNvSpPr txBox="1"/>
          <p:nvPr/>
        </p:nvSpPr>
        <p:spPr>
          <a:xfrm>
            <a:off x="6112288" y="901236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92D050"/>
                </a:solidFill>
              </a:rPr>
              <a:t>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5C174-D980-FDEA-885B-64008B1E0B2D}"/>
              </a:ext>
            </a:extLst>
          </p:cNvPr>
          <p:cNvSpPr txBox="1"/>
          <p:nvPr/>
        </p:nvSpPr>
        <p:spPr>
          <a:xfrm>
            <a:off x="1801545" y="5311871"/>
            <a:ext cx="86214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The problem with arrays is that we need to shift the elements to the right to accommodate our new value</a:t>
            </a:r>
          </a:p>
        </p:txBody>
      </p:sp>
    </p:spTree>
    <p:extLst>
      <p:ext uri="{BB962C8B-B14F-4D97-AF65-F5344CB8AC3E}">
        <p14:creationId xmlns:p14="http://schemas.microsoft.com/office/powerpoint/2010/main" val="2531427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1851E1-B14E-871E-EE4D-D0FAC8428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16027F7-4FE9-A132-14B9-D0039AFCBC40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CDDA5E-C03C-9744-13E8-4C5262D49A95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410F5B-25B0-1AEB-F19E-44C517AF6B91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4B4AD2-A15E-967F-FEE1-EE6C6F073F4A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500" b="1" dirty="0">
              <a:solidFill>
                <a:srgbClr val="92D05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B01DD-BE6E-E7E5-E438-B83E54B13066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EDD440-5FC8-F085-4A55-65FB275BC30F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F9723E-C964-97BC-9FDE-F835B7B795AC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60EF59-5EB0-6485-E47D-440E4681C807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EC247B-2460-F664-E188-5D3567887A45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1BD401-71AE-7866-4C93-779805B6BCFF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7553AB-C1B1-2292-7400-1678C17CD49E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6A55C5-90EB-D155-C930-E462D2647EBC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5855D9-1B63-BC52-41D6-489E5A0B3C33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A09C1A-2CB7-AD8C-CDE0-74FA0ADCD47C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39593F-A665-8FA5-BA09-EFA4663B8626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35F1B6-9CA7-D5DD-AC05-65865940BFD2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26AC73-5537-2BD6-EC0D-8428114B96D9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958D8B-E81B-DA1C-0479-596616277071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9D8D0F-184D-5765-AEC6-16616BD4279B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6C32F5-8F7F-0EF5-E20E-8E4681A754A7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EEBA52-0ECA-231A-3FDC-E415A3EFE7C4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C03721-5FE0-986B-FB85-C6B72C03164B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2E2A52D-DBBD-EA17-2B9A-AABE847120BD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859971-D179-A313-B68D-86DF36A6A87D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364CF5-2FF5-58E7-9D4A-A9837B5B6E24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8099E4-F947-C8D9-1AE8-BDD184E4371E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09E2565-85DE-44F3-4989-BF8A2D52A9EE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73587D62-A71F-4061-7D3A-2B2B6076373D}"/>
              </a:ext>
            </a:extLst>
          </p:cNvPr>
          <p:cNvSpPr/>
          <p:nvPr/>
        </p:nvSpPr>
        <p:spPr>
          <a:xfrm>
            <a:off x="5412772" y="682869"/>
            <a:ext cx="484632" cy="97840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F37296-A4F4-67E2-5C94-33A378A5FEB3}"/>
              </a:ext>
            </a:extLst>
          </p:cNvPr>
          <p:cNvSpPr txBox="1"/>
          <p:nvPr/>
        </p:nvSpPr>
        <p:spPr>
          <a:xfrm>
            <a:off x="6112288" y="901236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92D050"/>
                </a:solidFill>
              </a:rPr>
              <a:t>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7F0A06-9350-C05D-F79E-8EA7EBF4D504}"/>
              </a:ext>
            </a:extLst>
          </p:cNvPr>
          <p:cNvSpPr txBox="1"/>
          <p:nvPr/>
        </p:nvSpPr>
        <p:spPr>
          <a:xfrm>
            <a:off x="1801545" y="5311871"/>
            <a:ext cx="86214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The problem with arrays is that we need to shift the elements to the right to accommodate our new value</a:t>
            </a:r>
          </a:p>
        </p:txBody>
      </p:sp>
    </p:spTree>
    <p:extLst>
      <p:ext uri="{BB962C8B-B14F-4D97-AF65-F5344CB8AC3E}">
        <p14:creationId xmlns:p14="http://schemas.microsoft.com/office/powerpoint/2010/main" val="2062779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495D9-AE66-49F5-A184-F68C872A5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F7B8BC-539D-FBB6-E936-EB20C3DCED53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25DCC9-BCC5-7607-74D1-D07C599D4DE5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C412B4-BD79-1CF5-417D-5A07DCCA9409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69F7CE-B10A-4C50-C262-FF65FB4891CD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“X”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D7362F-A565-64A6-B2A0-62DCD6AA71F7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F4F852-C032-DFC7-B6CD-C1BC85A81BD6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303780-66D0-AE56-6BC1-6FDADADD6436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81AC35-1EB9-197B-1A78-BD6262F5B05A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7719CC-8A03-63F5-14AD-DE9AB519D39A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3E909-6D65-B51B-CB2C-54FA0CBB96C7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A95224-6115-DF03-C335-A098984F848E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FA373B-9D84-B446-2A5B-C619531C4EBD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1236C8-17F7-69D4-7C6B-C274F8B2C46B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6DF781-78FB-9CB0-ED31-2A6AB4570054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D79CEA-BBD4-B450-4CDB-D8B9C3E739C5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409509-EA02-BCAA-C357-6389FEF3EF97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098192-9890-6F53-0DC8-4299DAE2801B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522BE-3753-C698-3B2F-0D953E6A3138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CD198F-28E0-F8AF-1506-97907C38591E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1AD65E-D98A-F1D2-F458-59EDBC07DB77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253C935-FF68-1EE1-6462-8D7F0353D493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DC9908-889F-F95F-3EF4-91689E04D1B0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E0485B-23C5-23C8-63A7-603640DD1CB0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7F691F3-6E7A-BD85-14D2-E03A30F8EA8D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0D85DC-D717-0E26-7B36-D1407F605F63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1D2AD5C-011B-3DC8-5909-263B6D1D64C4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A602FD-A400-72A4-F7E8-F6630241951C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1F0EEF0C-E586-BB2D-9413-F47D50A52A7A}"/>
              </a:ext>
            </a:extLst>
          </p:cNvPr>
          <p:cNvSpPr/>
          <p:nvPr/>
        </p:nvSpPr>
        <p:spPr>
          <a:xfrm>
            <a:off x="5412772" y="682869"/>
            <a:ext cx="484632" cy="97840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0BA942-C2EA-5136-F086-B532FEC2B874}"/>
              </a:ext>
            </a:extLst>
          </p:cNvPr>
          <p:cNvSpPr txBox="1"/>
          <p:nvPr/>
        </p:nvSpPr>
        <p:spPr>
          <a:xfrm>
            <a:off x="6112288" y="901236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92D050"/>
                </a:solidFill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1870034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DBA57-C711-3DCD-C7BC-52EFBD477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F8556A1-9E09-9E43-7702-C1491D972A09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18F609-FC7D-B629-172C-32567E502557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C5BF98-89D1-79B1-5423-CA00BC4F7351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7DD17C-57E8-74CF-6F21-2F130A2A27E8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“X”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492D37-D771-DD20-1CAC-0A32C7545F5B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699AE8-4A60-0740-9249-0911E88A89AD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716E05-2239-A01A-E2AB-A2D272DB89E4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FA41ED-0645-6CA8-4F6D-3F26951A421C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FEFD68-95A1-B0E6-28CC-4739EAA3E8B8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C037CF-D177-454E-7718-2E06001D3003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E018AC-98FE-A645-B15B-DEA06E48A8B7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FA5514-B40A-729B-35A6-5E1ECB5F02D6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5D9AEB-AAD4-232D-11B8-4A3DCCDAF388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FA3E01-B4F1-532C-A1CE-455B3E9C34F8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5E7E3A-256D-CD75-2E49-E4FD660F96CB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CA0BA7-9EA9-B2EB-06F4-0AB1BD6B0E0A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070E79-9D79-3757-B3E1-42603A42EEF9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C4B3F2-ACB1-31D3-C754-8B80C6D38B20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D6E3D5-46C1-1099-60D0-96169A1B1393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23B411-FAB9-6E01-7C09-A9C18F862541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98B4E0-8F85-54C2-C1D5-3B5916EC5F23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E44420-3911-1E1E-48A8-138C28932B52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E26C63-F42D-2ABC-E547-7537DF22AB08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1A432B-6216-C620-E802-77D708AC7406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0A61D3-8B45-3BA1-6413-E89226FFB408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3D762E-FA10-D10C-019D-06E70D1FB26E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909A779-5376-51E3-CEB4-3FA4C8AA9CDC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1BFA2431-4142-326F-6327-6EAC715179B4}"/>
              </a:ext>
            </a:extLst>
          </p:cNvPr>
          <p:cNvSpPr/>
          <p:nvPr/>
        </p:nvSpPr>
        <p:spPr>
          <a:xfrm>
            <a:off x="5412772" y="682869"/>
            <a:ext cx="484632" cy="97840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507E06-CA96-085C-E3D9-90DF8B52D06E}"/>
              </a:ext>
            </a:extLst>
          </p:cNvPr>
          <p:cNvSpPr txBox="1"/>
          <p:nvPr/>
        </p:nvSpPr>
        <p:spPr>
          <a:xfrm>
            <a:off x="2230017" y="5311871"/>
            <a:ext cx="772753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This process is not a really a problem if your data/values is small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CD70DE-E971-CC87-8064-BC4CF15B9753}"/>
              </a:ext>
            </a:extLst>
          </p:cNvPr>
          <p:cNvSpPr txBox="1"/>
          <p:nvPr/>
        </p:nvSpPr>
        <p:spPr>
          <a:xfrm>
            <a:off x="6112288" y="901236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92D050"/>
                </a:solidFill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3517949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9FE966-C101-6531-6E6D-0CE4171CA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66F022D-C6D4-B26E-975C-2D1D51359066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4B0D28-AC99-0A8D-096A-EF79BCEE01EB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E5F944-6D6B-9206-88E3-0B7FF32A7476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72D53-9A40-1453-55F0-5DE0839D155B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“X”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2DEEB3-F56F-73CC-F01D-16C3099275F9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FAC51F-E093-C48D-5132-50084E9D2D41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5418DF-AFC5-F8F5-9990-4F0D04A621D5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82686D-1CBE-BFE6-B635-2428E4B5DF0F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FE16E9-6127-FA2C-3263-D3AC9C14D5B6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4A04B6-CD2C-9DA3-F39D-F7AE6F055E6D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82143F-313E-5BE7-76B3-34FE73A954BF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F25C18-79FA-BBFB-1893-2E83F7A7CEFC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F99662-6CDF-0530-EB6B-0CD07844FA60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A880AD-7B45-AE4D-DCCA-CB8C897172DE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603B6B-B75F-903D-EADD-3A900F69E903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ACB848-5D5D-91F2-ED1C-5ABB470DC3FC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42E0A4-2C00-720A-2357-B659674BBEC9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C26AFD-2206-6DCA-61B6-3A73CFDD5694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42B10A-32BB-35FF-2B25-3C9A2E2559DE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963DE5-E50F-0053-CA53-2C158B77C03A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4108EB-C2F4-8061-0573-EF8537516B3C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54A888-BE89-AC1C-C048-8BCDA27B3F7B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3F4D46-EED3-02A1-0AAC-141F13C1D9AB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66AB20-F697-C9AB-8035-48DADAC7E07C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CBF4740-6A53-F347-C1D0-27357784862F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8CA65C3-1C56-1D99-AEDD-E52A35DCE162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0C707DD-00A4-AD6C-84C6-93AF51A523D1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864BE48F-AF69-EE87-DC3C-933FB863E05D}"/>
              </a:ext>
            </a:extLst>
          </p:cNvPr>
          <p:cNvSpPr/>
          <p:nvPr/>
        </p:nvSpPr>
        <p:spPr>
          <a:xfrm>
            <a:off x="5412772" y="682869"/>
            <a:ext cx="484632" cy="97840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9AEA22-7179-BEFB-A3E5-199A9CE74796}"/>
              </a:ext>
            </a:extLst>
          </p:cNvPr>
          <p:cNvSpPr txBox="1"/>
          <p:nvPr/>
        </p:nvSpPr>
        <p:spPr>
          <a:xfrm>
            <a:off x="3025887" y="4966638"/>
            <a:ext cx="650807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But image if we had </a:t>
            </a:r>
            <a:r>
              <a:rPr lang="en-PH" sz="2500" b="1" dirty="0">
                <a:solidFill>
                  <a:schemeClr val="bg1"/>
                </a:solidFill>
              </a:rPr>
              <a:t>one million data/values </a:t>
            </a:r>
            <a:r>
              <a:rPr lang="en-PH" sz="2500" dirty="0">
                <a:solidFill>
                  <a:schemeClr val="bg1"/>
                </a:solidFill>
              </a:rPr>
              <a:t>stored in our array. </a:t>
            </a:r>
          </a:p>
          <a:p>
            <a:pPr algn="ctr"/>
            <a:endParaRPr lang="en-PH" sz="2500" dirty="0">
              <a:solidFill>
                <a:schemeClr val="bg1"/>
              </a:solidFill>
            </a:endParaRPr>
          </a:p>
          <a:p>
            <a:pPr algn="ctr"/>
            <a:r>
              <a:rPr lang="en-PH" sz="2500" dirty="0">
                <a:solidFill>
                  <a:schemeClr val="bg1"/>
                </a:solidFill>
              </a:rPr>
              <a:t>That would be cumbersome!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E6985D-B0E9-9776-8F4D-CA7371A0C860}"/>
              </a:ext>
            </a:extLst>
          </p:cNvPr>
          <p:cNvSpPr txBox="1"/>
          <p:nvPr/>
        </p:nvSpPr>
        <p:spPr>
          <a:xfrm>
            <a:off x="6112288" y="901236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92D050"/>
                </a:solidFill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730964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945F06-7C05-1091-B840-99EDBD82B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AD7BB0-F842-672F-24C7-789AAAB615A0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60AFB0-9725-F89B-8352-3E6E32CDB37E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BF4D1-EBEF-14DE-0420-A88D3998910C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0F2061-A765-311F-FBD0-627872D3FD58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“X”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52BEDB-BB84-1842-F613-E5F744D73482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B4006D-654A-8B65-A363-4CF5F1839F4A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1D888A-46C6-F5A1-B914-AF3339BFED08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4A06D1-3BEC-4BC0-430D-249F4C32315E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DB9201-0D93-D3B4-C024-E5EA0B039E4B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65E16C-0AF2-2758-16A1-9C2F431D2399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01654E-9423-B89B-71D6-34BE43D74C56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6F84C1-A3A0-A660-BC75-E68D337784FC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097A77-0F91-9F12-D504-BEB9D6ABB36C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6018FC-768C-6F0F-332F-B7F99F0413D5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8F476D-021F-2AC2-6042-85FF60974199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35F5FA-E05C-CD43-8F55-4F7FD0F47C26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5AF08E-BF53-A16D-A481-9173B2E2B889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32E084-BD0E-D508-0F7D-04D970185A2E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B52EA1-CD5F-BC41-0BA9-BE1D9BE6E0F6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4483C4-EEA5-D07C-CBE4-02A57C15C5D0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A9F1E2-2500-7D56-F8F3-64AAA1578F59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E0787B-4E64-1574-B152-A5FFC9984127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426145-2D73-F065-A71A-C827AA4BEB96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BD650A6-0ACE-DA93-FACC-7A691BAC679D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67FB91-6C78-8A9E-E7CE-3BAB1654DA49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B41A92-4FFE-AC0D-BD91-E184AE52020B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0430EA-9444-9E1E-C4CB-320EA0A438B6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FA1B0520-D85E-7EEA-3755-4F546C99C54E}"/>
              </a:ext>
            </a:extLst>
          </p:cNvPr>
          <p:cNvSpPr/>
          <p:nvPr/>
        </p:nvSpPr>
        <p:spPr>
          <a:xfrm>
            <a:off x="5412772" y="682869"/>
            <a:ext cx="484632" cy="9784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265311-6310-6892-F97A-2879C4E6D7B4}"/>
              </a:ext>
            </a:extLst>
          </p:cNvPr>
          <p:cNvSpPr txBox="1"/>
          <p:nvPr/>
        </p:nvSpPr>
        <p:spPr>
          <a:xfrm>
            <a:off x="2668384" y="5311871"/>
            <a:ext cx="685523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The same process applies when </a:t>
            </a:r>
            <a:r>
              <a:rPr lang="en-PH" sz="2500" b="1" dirty="0">
                <a:solidFill>
                  <a:schemeClr val="bg1"/>
                </a:solidFill>
              </a:rPr>
              <a:t>deleting</a:t>
            </a:r>
            <a:r>
              <a:rPr lang="en-PH" sz="2500" dirty="0">
                <a:solidFill>
                  <a:schemeClr val="bg1"/>
                </a:solidFill>
              </a:rPr>
              <a:t> a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8B20B-52A4-6155-7CEF-4C4614CF7C0D}"/>
              </a:ext>
            </a:extLst>
          </p:cNvPr>
          <p:cNvSpPr txBox="1"/>
          <p:nvPr/>
        </p:nvSpPr>
        <p:spPr>
          <a:xfrm>
            <a:off x="6112288" y="901236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FF0000"/>
                </a:solidFill>
              </a:rPr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1763394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70B35A-00B5-3291-DF60-DDDBF1E86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DFBB6B-CE05-8871-2C7A-D00584BEAD54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BE477-8623-94AF-2067-C0AF0AA46DA8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7112B0-54F0-7EEC-20E6-1F8DDCDB3C0C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16DAB9-6DD3-C374-EF14-2C30C850B4DA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500" b="1" dirty="0">
              <a:solidFill>
                <a:srgbClr val="92D05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FF0744-E92D-AC33-284B-EB5DEE4B49AC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EB3C15-4306-A946-24A6-7455F1324E4D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F85D48-F2DD-EF9A-4E50-D9561115BCB2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4A6151-1025-631A-AF82-AA62AF2D6DE2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8EA4FB-2BEE-4419-F8EE-C173A6307CA0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6B87C0-360B-9DE0-EA1D-B03F70CA20F8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23BC25-35AE-EF6E-2418-F36B86E534D9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A64BDD-4DDB-9E8E-C10E-98400569622E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E2FECB-8BF2-22AF-59F4-B4CA6A632366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5FC133-BE22-0BF7-D410-B89A0C34E71D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6AEE6B-FE27-B279-4B7E-EC5A1BF9386A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81A1E5-19C0-C399-376A-D3C5FAE6E232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5AE1FB-9D73-9B2B-7AB2-B97C22DADF81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0BF1CB-E50D-3F1A-D103-5BDE42534335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846058-596D-BCDA-A8C4-9EB910F0AFCA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455FB3-4C2D-84DE-E74E-DD305056C478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579221-9F55-6EBD-9361-F722B558C946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307486-C615-87D1-A742-10D6A25339C0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1AFAD5F-DD25-ED66-07A2-1C0B81FF85ED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CAA0EE-8093-E91E-60F7-B2C7D22BA397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F116C1-95A2-4EA9-7E2F-0D8BC928EBE2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7CF84E8-3D80-18FB-B5D1-B2C0D41B2CDE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4D605D1-4EBA-872D-0B40-81ECDB198B0F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13F83805-A230-7204-A57B-E44B3C50F08C}"/>
              </a:ext>
            </a:extLst>
          </p:cNvPr>
          <p:cNvSpPr/>
          <p:nvPr/>
        </p:nvSpPr>
        <p:spPr>
          <a:xfrm>
            <a:off x="5412772" y="682869"/>
            <a:ext cx="484632" cy="9784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4A975F-2A04-E865-0AD4-3C23D847F4EB}"/>
              </a:ext>
            </a:extLst>
          </p:cNvPr>
          <p:cNvSpPr txBox="1"/>
          <p:nvPr/>
        </p:nvSpPr>
        <p:spPr>
          <a:xfrm>
            <a:off x="6112288" y="901236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FF0000"/>
                </a:solidFill>
              </a:rPr>
              <a:t>DELETE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7E80DD-0D84-2EB9-551F-45931B2B7E4A}"/>
              </a:ext>
            </a:extLst>
          </p:cNvPr>
          <p:cNvSpPr txBox="1"/>
          <p:nvPr/>
        </p:nvSpPr>
        <p:spPr>
          <a:xfrm>
            <a:off x="2668384" y="5311871"/>
            <a:ext cx="685523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The same process applies when </a:t>
            </a:r>
            <a:r>
              <a:rPr lang="en-PH" sz="2500" b="1" dirty="0">
                <a:solidFill>
                  <a:schemeClr val="bg1"/>
                </a:solidFill>
              </a:rPr>
              <a:t>deleting</a:t>
            </a:r>
            <a:r>
              <a:rPr lang="en-PH" sz="2500" dirty="0">
                <a:solidFill>
                  <a:schemeClr val="bg1"/>
                </a:solidFill>
              </a:rPr>
              <a:t> a value</a:t>
            </a:r>
          </a:p>
        </p:txBody>
      </p:sp>
    </p:spTree>
    <p:extLst>
      <p:ext uri="{BB962C8B-B14F-4D97-AF65-F5344CB8AC3E}">
        <p14:creationId xmlns:p14="http://schemas.microsoft.com/office/powerpoint/2010/main" val="2454834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C85082-B050-ADC1-5515-CD8539DE1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0401A6-B1A4-807B-5F54-DC007E44C99E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CDB40B-717C-0DF1-882C-3B21A7CA527B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187D2-EE0D-75CF-F01B-C6B70A002CE4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1AA212-D657-806D-62F9-A13493D87F9D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500" b="1" dirty="0">
              <a:solidFill>
                <a:srgbClr val="92D05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B7F842-D900-B3C6-6E6D-E9019AE98A44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164F19-EE6F-3A34-784C-3769F9A7054A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DDD1B9-5A94-2C38-4F0B-4A9C37DC122A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BA6EF3-30D1-42F1-4CF8-0EB54E6EA1D4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BC5B5D-2E83-1F8D-B151-5B51E9EB04F5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7A1314-3D98-278D-AE8B-03D1BAC2F60C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04DAB0-1457-2EE9-8052-4E77025FDCDE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09FDD5-1A17-6C95-542D-E8CF9162623C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117942-CAC5-66B9-5302-2648EE1B6C5B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7755EA-8E3B-9177-0997-AD3B9E1E22CD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113E2B-2451-8746-30B5-52DCEC2AA6C2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2CC77E-4083-887F-C2C4-4F2C6AB5C05F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2D00C5-6119-9999-8AEC-34FED34C94AC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2FF43F-AFC6-021E-00BB-B1D672D94CEF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4B0361-C17F-512A-85E8-EF4ECB4586A8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1D472A-EBE3-E4C0-986C-5B29735C8816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326872-110A-7B79-9569-383EA0DFD098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32E48BA-763B-D298-FEAB-8A8909AA42E6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3D9E4B-51C1-F4B1-C87C-F8D7D4970A1B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F58FC0-F357-760B-BC22-5C3EACAFB9DB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A432B6A-5B7D-2067-FCA8-F1A7487A0AC5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8532CC-6447-6DA2-70AF-02C8856C3C86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145527E-420A-967B-3878-FC1CBD566850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63A3DA0A-5563-480F-B06C-F82E4E440AEB}"/>
              </a:ext>
            </a:extLst>
          </p:cNvPr>
          <p:cNvSpPr/>
          <p:nvPr/>
        </p:nvSpPr>
        <p:spPr>
          <a:xfrm>
            <a:off x="5412772" y="682869"/>
            <a:ext cx="484632" cy="9784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97AE65-CE68-8EDE-E7A2-A069B330C51B}"/>
              </a:ext>
            </a:extLst>
          </p:cNvPr>
          <p:cNvSpPr txBox="1"/>
          <p:nvPr/>
        </p:nvSpPr>
        <p:spPr>
          <a:xfrm>
            <a:off x="3025887" y="5311871"/>
            <a:ext cx="650807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We need to shift the elements to close the gap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DEF2E-15B8-7D10-4B29-051568A97891}"/>
              </a:ext>
            </a:extLst>
          </p:cNvPr>
          <p:cNvSpPr txBox="1"/>
          <p:nvPr/>
        </p:nvSpPr>
        <p:spPr>
          <a:xfrm>
            <a:off x="6112288" y="901236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FF0000"/>
                </a:solidFill>
              </a:rPr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3396917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178567-93CF-C38D-2EDE-95F87933D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F0F5A4A-FD98-296F-4F3B-3FA7D20ECD10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82AE85-4047-3863-6965-D7DF256D47E3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30AA1D-7572-5CD6-D287-9F8453D4DE1E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786608-59D8-20F6-6944-3B4164F84544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5C9471-DD59-B528-831B-D81566EF5762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500" b="1" dirty="0">
              <a:solidFill>
                <a:srgbClr val="92D05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A83326-1066-F62B-8853-B25237888579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D22E38-D086-BFD6-8FC6-CB6F7D2A0B8E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F38C70-13A1-AD80-3469-50883D3420D8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55E245-EA03-628F-9047-31ACA60DE520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6CFB1E-4103-E7F7-01AD-600F4378B901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048F08-0FF3-9A48-18D8-9AA8FFD391E5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ABF7C5-0751-4D04-1690-46ACE3D0AF5F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FAA052-0DCE-DA86-B3D2-9AE17FA2D25F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881EAF-B39A-DF47-1B1E-A480894E3169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EC5EF4-8E0D-2B7B-1367-1F6B75FEC978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62FD4F-9F13-9817-F0EF-8F07F27A2748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051F82-2B10-37D7-89B4-8995C116874D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DAD37D-5716-A11B-6361-E26ACEF019CB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E7CB8C-0901-E2F6-709C-82A178951311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2C9D62-BF3B-A95D-2EBF-6F9E7CC9CBBF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CBB42D-A4E1-0693-3B3C-386B15167022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264426-12A3-74B6-24EF-7C08BB685144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04CAAA-E80C-AB81-9803-580DFF3EE0CB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F90A1F-6460-23C7-F143-3300F0F633BA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758926-45A7-EF81-FEE8-4521480D4A0D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8C16C83-2069-EDB9-6588-90FA9E278241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2E7B07-5145-E553-D8A2-E4FB08419BFA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7ECB464F-D465-3A01-D89C-46C107D70F29}"/>
              </a:ext>
            </a:extLst>
          </p:cNvPr>
          <p:cNvSpPr/>
          <p:nvPr/>
        </p:nvSpPr>
        <p:spPr>
          <a:xfrm>
            <a:off x="5412772" y="682869"/>
            <a:ext cx="484632" cy="9784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ABB16B-B2FC-D62F-700E-2CA7CC78650E}"/>
              </a:ext>
            </a:extLst>
          </p:cNvPr>
          <p:cNvSpPr txBox="1"/>
          <p:nvPr/>
        </p:nvSpPr>
        <p:spPr>
          <a:xfrm>
            <a:off x="6112288" y="901236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FF0000"/>
                </a:solidFill>
              </a:rPr>
              <a:t>DELETE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5DA2F0-9C56-313B-D08A-E8611AA933D3}"/>
              </a:ext>
            </a:extLst>
          </p:cNvPr>
          <p:cNvSpPr txBox="1"/>
          <p:nvPr/>
        </p:nvSpPr>
        <p:spPr>
          <a:xfrm>
            <a:off x="3025887" y="5311871"/>
            <a:ext cx="650807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We need to shift the elements to close the gap</a:t>
            </a:r>
          </a:p>
        </p:txBody>
      </p:sp>
    </p:spTree>
    <p:extLst>
      <p:ext uri="{BB962C8B-B14F-4D97-AF65-F5344CB8AC3E}">
        <p14:creationId xmlns:p14="http://schemas.microsoft.com/office/powerpoint/2010/main" val="367960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FA315-708D-6FD5-997D-26FE05DE2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6158B7-0546-16E1-43D2-16C8C8B75328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C2DA17-9E13-75E0-9928-EA50A1554EE9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4ED7C6-DC85-7D95-E423-B8D22C1C1E28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E1B0EB-79E6-BBE0-DEF3-A274EC11482A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7905DD-0049-0169-1618-995337EAD3E5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7BB14F-AFAC-5EA6-FBAD-A52AD4410B7B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500" b="1" dirty="0">
              <a:solidFill>
                <a:srgbClr val="92D05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5ADBED-72D1-E642-8039-7E5E23224EB0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8622A4-4627-E6A1-498F-3A75FB56B9D5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3F1E4A-7F2F-7C4C-BBE1-518210FA9261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3FA468-C677-FC6F-144B-B4AED320F5D3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B66A63-A6D6-3F4F-D4F9-84C1CBA3C867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2788F2-17A5-584F-B2A8-D4851EA5F11C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483DC6-8202-B7C8-9277-E3402EEE1966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4C4363-E6D4-C047-D9E9-679A6D16768B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973E7D-A37F-436F-F1AA-28AF26238F98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CFB3F2-AD88-DBBA-D355-89A6F0489120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C3D0AB-3F83-C607-E58D-6A423869C3C0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387FF3-B566-7ABE-E2E2-217E9FE7CF20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BCF3F3-19D7-E614-D9A9-A1D635638122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7F35E4-0447-CEF5-20D3-9F25722B872D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647F21-955A-93FD-B9C5-7E0459123AAB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288B8F-BACE-2B42-39F6-20F844B047FB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CDB2E43-F9F8-5170-8034-F9B191D03DAA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2C1ABB-BF26-7252-FC0C-6C7A4B960F0D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DF8DCF9-4E25-C0E9-BF97-96BA2BD2072A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A1CFD72-DC4A-4DB7-DF8E-0859CDE31605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6B2885-C22C-6939-B3E2-48F99B083A77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5002B970-12C4-6F79-C979-D28E75F4B0C7}"/>
              </a:ext>
            </a:extLst>
          </p:cNvPr>
          <p:cNvSpPr/>
          <p:nvPr/>
        </p:nvSpPr>
        <p:spPr>
          <a:xfrm>
            <a:off x="5412772" y="682869"/>
            <a:ext cx="484632" cy="9784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7512F-A412-6843-4C03-237928352FF4}"/>
              </a:ext>
            </a:extLst>
          </p:cNvPr>
          <p:cNvSpPr txBox="1"/>
          <p:nvPr/>
        </p:nvSpPr>
        <p:spPr>
          <a:xfrm>
            <a:off x="6112288" y="901236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FF0000"/>
                </a:solidFill>
              </a:rPr>
              <a:t>DELETE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B57AE0-6E36-E689-36F0-FBF370CC223C}"/>
              </a:ext>
            </a:extLst>
          </p:cNvPr>
          <p:cNvSpPr txBox="1"/>
          <p:nvPr/>
        </p:nvSpPr>
        <p:spPr>
          <a:xfrm>
            <a:off x="3025887" y="5311871"/>
            <a:ext cx="650807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We need to shift the elements to close the gap</a:t>
            </a:r>
          </a:p>
        </p:txBody>
      </p:sp>
    </p:spTree>
    <p:extLst>
      <p:ext uri="{BB962C8B-B14F-4D97-AF65-F5344CB8AC3E}">
        <p14:creationId xmlns:p14="http://schemas.microsoft.com/office/powerpoint/2010/main" val="1840867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86D83-D7D9-2F97-7EC2-4E45045D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7619D4-7DCA-B51C-4B6B-08856D22F876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EFBB5D-2982-8C12-9391-54291E632109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F0060-5643-4338-18DE-FB226FD63999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9178B7-9BED-2E98-EF49-79136A646115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43CBC4-2C06-6532-CF7E-D0224F98F78A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EB6D51-4613-09D7-1AD7-85F6A714113F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EC168B-BD32-8DA6-1C54-8235B940D55A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500" b="1" dirty="0">
              <a:solidFill>
                <a:srgbClr val="92D05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59A374-DB7A-B16C-C1F8-BB7C525D4C2A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081F2D-7E36-78DE-2904-C40193A3CB2A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3A3E09-9105-C57A-79CC-5B8EFBA8FD75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462240-9135-6B34-02D3-EE8E592A54DC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A0A257-AB63-BC9F-A306-252A1B074E86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EFC22C-924D-1C92-AE7C-C792389E930E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79DE3D-0300-2D43-5242-EC8F1FDB5702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3B5693-4D2F-7B2C-908D-98B1562B7585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D69A7E-07FE-2D2E-6639-A0D7C31C13F5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A4C23C-FA42-A040-4042-6BDF11171E94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AD419B-6B95-BE33-06A8-74122D3A52CC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0D6BA0-1B53-C66A-FEA3-62C4E293A427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57FC2D-8F26-5792-A7D5-61C9F765B2DC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83D17F2-676E-ADB6-C9E0-560069A59467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5F2E877-5DEA-8293-A9CD-6E5A0CC629AC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81E870-6F81-17E3-E160-9B5CF9485A48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7F9CDB-56DC-D78C-7690-A5BE3377BB5B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E2A380-8906-8523-7CFD-56E5259CD6F6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D84CFF2-BBB8-B441-045B-E8BAC8ACB779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58ECEA-9FF8-A241-67E1-2514F993318B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C706DBE0-1C5D-2287-35D7-75671C72E3C0}"/>
              </a:ext>
            </a:extLst>
          </p:cNvPr>
          <p:cNvSpPr/>
          <p:nvPr/>
        </p:nvSpPr>
        <p:spPr>
          <a:xfrm>
            <a:off x="5412772" y="682869"/>
            <a:ext cx="484632" cy="9784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C9016D-59CA-3F9F-6168-984EFBA9EEF2}"/>
              </a:ext>
            </a:extLst>
          </p:cNvPr>
          <p:cNvSpPr txBox="1"/>
          <p:nvPr/>
        </p:nvSpPr>
        <p:spPr>
          <a:xfrm>
            <a:off x="6112288" y="901236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FF0000"/>
                </a:solidFill>
              </a:rPr>
              <a:t>DELETE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ED53F5-7B70-AC3F-6069-45BA60216302}"/>
              </a:ext>
            </a:extLst>
          </p:cNvPr>
          <p:cNvSpPr txBox="1"/>
          <p:nvPr/>
        </p:nvSpPr>
        <p:spPr>
          <a:xfrm>
            <a:off x="3025887" y="5311871"/>
            <a:ext cx="650807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We need to shift the elements to close the gap</a:t>
            </a:r>
          </a:p>
        </p:txBody>
      </p:sp>
    </p:spTree>
    <p:extLst>
      <p:ext uri="{BB962C8B-B14F-4D97-AF65-F5344CB8AC3E}">
        <p14:creationId xmlns:p14="http://schemas.microsoft.com/office/powerpoint/2010/main" val="4251887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C4C8D-FBF4-7CBA-7E4F-F70D0EEA6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F04474-165C-4DD4-DD65-11828FE9D1A7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A954EC-9DE7-8BA7-DF0B-728C96864F49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3D8B0-8985-3AA9-1BC6-884B2F5106C3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BDE7B1-7744-E92A-0806-C43516D820E1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1B8E85-4436-D79D-373A-8FAF485A75DA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F2917E-739D-70B4-CA77-5F79E70EE097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B4132F-0F6F-91FA-E887-70E7CC332AA4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4E369C-2701-8F40-36E1-CFEC58A79D76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500" b="1" dirty="0">
              <a:solidFill>
                <a:srgbClr val="92D05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EB78CD-8045-BA53-8DE6-A8CE743EAF5C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9A02DF-E9EA-B61D-8A3A-BED1D16563A2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A4F0A8-56F7-7771-7019-4A4E6AA241DC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DDC109-6140-CCEE-0A40-734942B8F02D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5E9DBA-AFC1-1E50-12D6-AAE918D1BE82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3329D-FCB1-5C40-02B2-1929CEE305A6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022A47-0388-4EE4-B9B4-8E100DF052CE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8DD715-DC77-8DC4-118F-E2F64BB70935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EEF1AB-6D34-6313-A2FA-755E4A20EEE0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AE6DF6-FF92-CF9B-454E-7DFD73B62D2B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CCE50E-B1E6-E089-6EF7-D6F20CF090ED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7D956D-BD1F-4468-C7A8-1EEDF82B86E5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BFF949-F41C-32CC-19F0-BA44A866428D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802F16A-9D7E-741F-C38F-C4C224B1B89F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4A2146-763E-6C6A-5513-604A208BEF28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314D34-11F7-A26D-B141-5A1829E451D3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D953CB-0888-C851-A8F1-B3F3304C49B4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199EEE-798E-EFF3-7B64-FCFFBA4F1DB6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1E8CD5-F62D-14FC-9486-0368458F8D18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11B05168-0219-5391-F59F-0E8BBE606BDF}"/>
              </a:ext>
            </a:extLst>
          </p:cNvPr>
          <p:cNvSpPr/>
          <p:nvPr/>
        </p:nvSpPr>
        <p:spPr>
          <a:xfrm>
            <a:off x="5412772" y="682869"/>
            <a:ext cx="484632" cy="9784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32C72F-825C-A581-6124-823EE32699C7}"/>
              </a:ext>
            </a:extLst>
          </p:cNvPr>
          <p:cNvSpPr txBox="1"/>
          <p:nvPr/>
        </p:nvSpPr>
        <p:spPr>
          <a:xfrm>
            <a:off x="6112288" y="901236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FF0000"/>
                </a:solidFill>
              </a:rPr>
              <a:t>DELETE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89AC9-7885-7007-CB01-AB525C3384ED}"/>
              </a:ext>
            </a:extLst>
          </p:cNvPr>
          <p:cNvSpPr txBox="1"/>
          <p:nvPr/>
        </p:nvSpPr>
        <p:spPr>
          <a:xfrm>
            <a:off x="3025887" y="5311871"/>
            <a:ext cx="650807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We need to shift the elements to close the gap</a:t>
            </a:r>
          </a:p>
        </p:txBody>
      </p:sp>
    </p:spTree>
    <p:extLst>
      <p:ext uri="{BB962C8B-B14F-4D97-AF65-F5344CB8AC3E}">
        <p14:creationId xmlns:p14="http://schemas.microsoft.com/office/powerpoint/2010/main" val="572596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ECD64E-5570-2CD6-6DCA-C4B8E9CC0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43D294-A5E5-3C56-C7A6-2AAFE82E56FE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7D7F8D-92E1-D3E0-0F4B-58A0E3FBECF9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5FC9DE-6A02-2C5E-2354-405E5D28A454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168FCD-21F7-056D-9531-0139DC965113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3498EB-219C-AAE1-ADBA-7DE8A83722B7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C86047-D002-6059-F37F-C0CC645B1E6E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CBE5A3-0C9C-D334-BFB0-0E91017A9AD4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968296-74B1-9548-BB10-747D47044E71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9D46A0-62B1-01EA-E743-239F616BEB76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500" b="1" dirty="0">
              <a:solidFill>
                <a:srgbClr val="92D05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5E1864-15CF-550B-2F3D-50031F003D58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BE4811-ADE7-C1BB-DBB5-B4DB09EEFABE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35459D-7FF3-5C1A-25DC-E8AE077C0239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954D12-E543-65A1-DDC1-31E241AA6277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0B94FB-DB7D-E9BE-F276-E8E6F6C86F75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87AD02-D88C-0C92-994C-2ED5EFD76A75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9CF5D2-6AD9-8AEE-A086-8B7C712B89E2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959D87-128E-438E-667E-8DEC0EA50CAC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B47DEB-389D-DE17-152C-E9EED6185EC6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91DDA6-B528-DB1F-5F52-78C7254149F0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C0130C-3927-62D1-D694-4C153F212CCB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20D2A8-56D0-D7B3-C927-B4006BC29077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061001-C58A-1645-78FA-890F0A636367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6E3887-F1A9-2BF5-66F9-09C77051ECD8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F5FC3A-0BCC-F81F-5765-61142AFAE6F8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0404AF-113D-C077-9E8F-78E1730C3846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0A9C5DD-3362-672A-0A0F-76CBFB2F9224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31814E5-34A7-BF3B-B38E-F10BC73449DD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DD5F7FB6-E7C8-9CA4-94E7-5FE864F55BA5}"/>
              </a:ext>
            </a:extLst>
          </p:cNvPr>
          <p:cNvSpPr/>
          <p:nvPr/>
        </p:nvSpPr>
        <p:spPr>
          <a:xfrm>
            <a:off x="5412772" y="682869"/>
            <a:ext cx="484632" cy="9784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457122-BE6D-7C48-F3EF-C8E043F34297}"/>
              </a:ext>
            </a:extLst>
          </p:cNvPr>
          <p:cNvSpPr txBox="1"/>
          <p:nvPr/>
        </p:nvSpPr>
        <p:spPr>
          <a:xfrm>
            <a:off x="6112288" y="901236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FF0000"/>
                </a:solidFill>
              </a:rPr>
              <a:t>DELETE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8DD4D2-E034-68AE-18B9-546B407A0979}"/>
              </a:ext>
            </a:extLst>
          </p:cNvPr>
          <p:cNvSpPr txBox="1"/>
          <p:nvPr/>
        </p:nvSpPr>
        <p:spPr>
          <a:xfrm>
            <a:off x="3025887" y="5311871"/>
            <a:ext cx="650807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We need to shift the elements to close the gap</a:t>
            </a:r>
          </a:p>
        </p:txBody>
      </p:sp>
    </p:spTree>
    <p:extLst>
      <p:ext uri="{BB962C8B-B14F-4D97-AF65-F5344CB8AC3E}">
        <p14:creationId xmlns:p14="http://schemas.microsoft.com/office/powerpoint/2010/main" val="522777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3BA29A-C676-38D7-9C12-69EBC4CAC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BB7AFD5-67FE-49E8-2827-7A22E7683361}"/>
              </a:ext>
            </a:extLst>
          </p:cNvPr>
          <p:cNvSpPr/>
          <p:nvPr/>
        </p:nvSpPr>
        <p:spPr>
          <a:xfrm>
            <a:off x="25686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E8DD6F-6A5E-5305-0AD3-F296778F660B}"/>
              </a:ext>
            </a:extLst>
          </p:cNvPr>
          <p:cNvSpPr/>
          <p:nvPr/>
        </p:nvSpPr>
        <p:spPr>
          <a:xfrm>
            <a:off x="3483096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C82F6F-E871-7387-8DA9-5D249D89998E}"/>
              </a:ext>
            </a:extLst>
          </p:cNvPr>
          <p:cNvSpPr/>
          <p:nvPr/>
        </p:nvSpPr>
        <p:spPr>
          <a:xfrm>
            <a:off x="4326532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EC41E4-FDB0-7A77-2FD8-ABF63629850E}"/>
              </a:ext>
            </a:extLst>
          </p:cNvPr>
          <p:cNvSpPr/>
          <p:nvPr/>
        </p:nvSpPr>
        <p:spPr>
          <a:xfrm>
            <a:off x="5197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607706-BA37-F5F6-0BB2-7D0DDE360C89}"/>
              </a:ext>
            </a:extLst>
          </p:cNvPr>
          <p:cNvSpPr/>
          <p:nvPr/>
        </p:nvSpPr>
        <p:spPr>
          <a:xfrm>
            <a:off x="61122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“E”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E17570-3F7B-A5C3-C943-B7AA1F48E994}"/>
              </a:ext>
            </a:extLst>
          </p:cNvPr>
          <p:cNvSpPr/>
          <p:nvPr/>
        </p:nvSpPr>
        <p:spPr>
          <a:xfrm>
            <a:off x="70266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“F”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B6ABF2-A7FA-FA95-1399-EE1BE213061B}"/>
              </a:ext>
            </a:extLst>
          </p:cNvPr>
          <p:cNvSpPr/>
          <p:nvPr/>
        </p:nvSpPr>
        <p:spPr>
          <a:xfrm>
            <a:off x="79410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“G”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00E21A-F45C-6B06-F236-C5EF2BFF2ABA}"/>
              </a:ext>
            </a:extLst>
          </p:cNvPr>
          <p:cNvSpPr/>
          <p:nvPr/>
        </p:nvSpPr>
        <p:spPr>
          <a:xfrm>
            <a:off x="88554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“H”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F698ED-9E2F-1551-54E8-CDAE8B496804}"/>
              </a:ext>
            </a:extLst>
          </p:cNvPr>
          <p:cNvSpPr/>
          <p:nvPr/>
        </p:nvSpPr>
        <p:spPr>
          <a:xfrm>
            <a:off x="9769888" y="2659438"/>
            <a:ext cx="914400" cy="91440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500" b="1" dirty="0">
              <a:solidFill>
                <a:srgbClr val="92D05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8C40D5-A4C2-CC35-6CB1-9F879EBDABAC}"/>
              </a:ext>
            </a:extLst>
          </p:cNvPr>
          <p:cNvSpPr/>
          <p:nvPr/>
        </p:nvSpPr>
        <p:spPr>
          <a:xfrm>
            <a:off x="25686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123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93F9BC-DCB2-23E0-8DD4-63476BC0D30B}"/>
              </a:ext>
            </a:extLst>
          </p:cNvPr>
          <p:cNvSpPr/>
          <p:nvPr/>
        </p:nvSpPr>
        <p:spPr>
          <a:xfrm>
            <a:off x="3483096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124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E25E54-5DDC-AD28-4B12-B70A96F476AC}"/>
              </a:ext>
            </a:extLst>
          </p:cNvPr>
          <p:cNvSpPr/>
          <p:nvPr/>
        </p:nvSpPr>
        <p:spPr>
          <a:xfrm>
            <a:off x="4326532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125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F9E892-171E-0878-CD55-7760C5FF75F6}"/>
              </a:ext>
            </a:extLst>
          </p:cNvPr>
          <p:cNvSpPr/>
          <p:nvPr/>
        </p:nvSpPr>
        <p:spPr>
          <a:xfrm>
            <a:off x="5197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126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F2B87A-B7E8-98FC-131D-3A1719F18C22}"/>
              </a:ext>
            </a:extLst>
          </p:cNvPr>
          <p:cNvSpPr/>
          <p:nvPr/>
        </p:nvSpPr>
        <p:spPr>
          <a:xfrm>
            <a:off x="61122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127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02A666-7992-445B-3842-BEDB599993C3}"/>
              </a:ext>
            </a:extLst>
          </p:cNvPr>
          <p:cNvSpPr/>
          <p:nvPr/>
        </p:nvSpPr>
        <p:spPr>
          <a:xfrm>
            <a:off x="70266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128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BE4824-3113-01FF-4B0E-D0D30A7B1446}"/>
              </a:ext>
            </a:extLst>
          </p:cNvPr>
          <p:cNvSpPr/>
          <p:nvPr/>
        </p:nvSpPr>
        <p:spPr>
          <a:xfrm>
            <a:off x="79410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129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AA840B-6EDB-0667-129F-1C5BA4581192}"/>
              </a:ext>
            </a:extLst>
          </p:cNvPr>
          <p:cNvSpPr/>
          <p:nvPr/>
        </p:nvSpPr>
        <p:spPr>
          <a:xfrm>
            <a:off x="88554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130 </a:t>
            </a:r>
          </a:p>
          <a:p>
            <a:r>
              <a:rPr lang="en-PH" sz="1500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9D569D-0B6A-0C1A-45B3-976B6B4B19D2}"/>
              </a:ext>
            </a:extLst>
          </p:cNvPr>
          <p:cNvSpPr/>
          <p:nvPr/>
        </p:nvSpPr>
        <p:spPr>
          <a:xfrm>
            <a:off x="9769888" y="3629679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500" dirty="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1BA39C-53AE-C99A-7541-3B7706A868E5}"/>
              </a:ext>
            </a:extLst>
          </p:cNvPr>
          <p:cNvSpPr/>
          <p:nvPr/>
        </p:nvSpPr>
        <p:spPr>
          <a:xfrm>
            <a:off x="25686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85BDEF-0603-2433-705F-CA73F702D480}"/>
              </a:ext>
            </a:extLst>
          </p:cNvPr>
          <p:cNvSpPr/>
          <p:nvPr/>
        </p:nvSpPr>
        <p:spPr>
          <a:xfrm>
            <a:off x="3483096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1B5C98-FD70-FE9E-15E1-0F06AF6943F6}"/>
              </a:ext>
            </a:extLst>
          </p:cNvPr>
          <p:cNvSpPr/>
          <p:nvPr/>
        </p:nvSpPr>
        <p:spPr>
          <a:xfrm>
            <a:off x="4326532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A0BDCB-C5DF-A478-EF27-4E23645EF2D2}"/>
              </a:ext>
            </a:extLst>
          </p:cNvPr>
          <p:cNvSpPr/>
          <p:nvPr/>
        </p:nvSpPr>
        <p:spPr>
          <a:xfrm>
            <a:off x="5197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2CC6020-78DA-558A-678E-81C9499E8F16}"/>
              </a:ext>
            </a:extLst>
          </p:cNvPr>
          <p:cNvSpPr/>
          <p:nvPr/>
        </p:nvSpPr>
        <p:spPr>
          <a:xfrm>
            <a:off x="61122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1A8FF5-A401-F61C-BEA0-1F92BEB9191B}"/>
              </a:ext>
            </a:extLst>
          </p:cNvPr>
          <p:cNvSpPr/>
          <p:nvPr/>
        </p:nvSpPr>
        <p:spPr>
          <a:xfrm>
            <a:off x="70266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91FEDE-0F1D-4F93-25D5-4A5B73D5F6FF}"/>
              </a:ext>
            </a:extLst>
          </p:cNvPr>
          <p:cNvSpPr/>
          <p:nvPr/>
        </p:nvSpPr>
        <p:spPr>
          <a:xfrm>
            <a:off x="79410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5A12CB-628B-494F-4BCE-6C2C00FE33DA}"/>
              </a:ext>
            </a:extLst>
          </p:cNvPr>
          <p:cNvSpPr/>
          <p:nvPr/>
        </p:nvSpPr>
        <p:spPr>
          <a:xfrm>
            <a:off x="88554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29FF34-B657-8971-FDCC-0AD8D45BD357}"/>
              </a:ext>
            </a:extLst>
          </p:cNvPr>
          <p:cNvSpPr/>
          <p:nvPr/>
        </p:nvSpPr>
        <p:spPr>
          <a:xfrm>
            <a:off x="9769888" y="1689197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0" dirty="0">
                <a:solidFill>
                  <a:srgbClr val="92D050"/>
                </a:solidFill>
              </a:rPr>
              <a:t>8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345C49BF-E4AB-04EE-8AB8-2B98E18CB504}"/>
              </a:ext>
            </a:extLst>
          </p:cNvPr>
          <p:cNvSpPr/>
          <p:nvPr/>
        </p:nvSpPr>
        <p:spPr>
          <a:xfrm>
            <a:off x="5412772" y="682869"/>
            <a:ext cx="484632" cy="9784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734D92-5FD7-7AAC-5301-9CEEB084C70B}"/>
              </a:ext>
            </a:extLst>
          </p:cNvPr>
          <p:cNvSpPr txBox="1"/>
          <p:nvPr/>
        </p:nvSpPr>
        <p:spPr>
          <a:xfrm>
            <a:off x="6112288" y="901236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FF0000"/>
                </a:solidFill>
              </a:rPr>
              <a:t>DELETE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EAEACA-B1B2-A380-28DE-5DA7E7A9CA6E}"/>
              </a:ext>
            </a:extLst>
          </p:cNvPr>
          <p:cNvSpPr txBox="1"/>
          <p:nvPr/>
        </p:nvSpPr>
        <p:spPr>
          <a:xfrm>
            <a:off x="3025887" y="5311871"/>
            <a:ext cx="65080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Is there another data structure that we can use to avoid this problem? </a:t>
            </a:r>
          </a:p>
        </p:txBody>
      </p:sp>
    </p:spTree>
    <p:extLst>
      <p:ext uri="{BB962C8B-B14F-4D97-AF65-F5344CB8AC3E}">
        <p14:creationId xmlns:p14="http://schemas.microsoft.com/office/powerpoint/2010/main" val="104700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E137CA-384D-C4D9-D6D6-7D37C2B55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E0C48EC-78A1-7462-554E-D860A3A66265}"/>
              </a:ext>
            </a:extLst>
          </p:cNvPr>
          <p:cNvSpPr/>
          <p:nvPr/>
        </p:nvSpPr>
        <p:spPr>
          <a:xfrm>
            <a:off x="5094194" y="320550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6B3730-57D5-C5C0-DB36-433473E2580B}"/>
              </a:ext>
            </a:extLst>
          </p:cNvPr>
          <p:cNvSpPr/>
          <p:nvPr/>
        </p:nvSpPr>
        <p:spPr>
          <a:xfrm>
            <a:off x="6096000" y="320550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57D843-20A8-55A7-69BB-197FC73F2DA0}"/>
              </a:ext>
            </a:extLst>
          </p:cNvPr>
          <p:cNvSpPr/>
          <p:nvPr/>
        </p:nvSpPr>
        <p:spPr>
          <a:xfrm>
            <a:off x="6260367" y="4180034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AB2139-21E4-1801-DBF6-DD3AE1D3E158}"/>
              </a:ext>
            </a:extLst>
          </p:cNvPr>
          <p:cNvSpPr/>
          <p:nvPr/>
        </p:nvSpPr>
        <p:spPr>
          <a:xfrm>
            <a:off x="5094194" y="2761961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1F1FAE-3BF8-A769-BA11-75D98F522740}"/>
              </a:ext>
            </a:extLst>
          </p:cNvPr>
          <p:cNvSpPr/>
          <p:nvPr/>
        </p:nvSpPr>
        <p:spPr>
          <a:xfrm>
            <a:off x="6096000" y="2761960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4A8B7A5-EF53-6DA0-0D9A-4E960D9269E9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944CA2-561B-5304-30CA-62F1421F4C7D}"/>
              </a:ext>
            </a:extLst>
          </p:cNvPr>
          <p:cNvSpPr txBox="1"/>
          <p:nvPr/>
        </p:nvSpPr>
        <p:spPr>
          <a:xfrm>
            <a:off x="3025887" y="5311871"/>
            <a:ext cx="650807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Yes!</a:t>
            </a:r>
          </a:p>
        </p:txBody>
      </p:sp>
    </p:spTree>
    <p:extLst>
      <p:ext uri="{BB962C8B-B14F-4D97-AF65-F5344CB8AC3E}">
        <p14:creationId xmlns:p14="http://schemas.microsoft.com/office/powerpoint/2010/main" val="1818777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B60209-5E41-436D-F39E-A019AB392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736A35-412A-00BE-6BB5-825E084D809B}"/>
              </a:ext>
            </a:extLst>
          </p:cNvPr>
          <p:cNvSpPr/>
          <p:nvPr/>
        </p:nvSpPr>
        <p:spPr>
          <a:xfrm>
            <a:off x="5094194" y="320550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110A1-B8B9-A750-2D40-757B54B9997B}"/>
              </a:ext>
            </a:extLst>
          </p:cNvPr>
          <p:cNvSpPr/>
          <p:nvPr/>
        </p:nvSpPr>
        <p:spPr>
          <a:xfrm>
            <a:off x="6096000" y="320550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BAB407-B233-CB06-9246-50CAC8C0CD7A}"/>
              </a:ext>
            </a:extLst>
          </p:cNvPr>
          <p:cNvSpPr/>
          <p:nvPr/>
        </p:nvSpPr>
        <p:spPr>
          <a:xfrm>
            <a:off x="6260367" y="4180034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599617-8E47-8C8A-543A-004F71264C77}"/>
              </a:ext>
            </a:extLst>
          </p:cNvPr>
          <p:cNvSpPr/>
          <p:nvPr/>
        </p:nvSpPr>
        <p:spPr>
          <a:xfrm>
            <a:off x="5094194" y="2761961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535EB7-1315-04BA-1EF2-B2973126B18C}"/>
              </a:ext>
            </a:extLst>
          </p:cNvPr>
          <p:cNvSpPr/>
          <p:nvPr/>
        </p:nvSpPr>
        <p:spPr>
          <a:xfrm>
            <a:off x="6096000" y="2761960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5B765A-7AD4-6BDC-5240-0093213778FA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7E9144B-9DD5-327B-111B-8622F19D0503}"/>
              </a:ext>
            </a:extLst>
          </p:cNvPr>
          <p:cNvSpPr txBox="1"/>
          <p:nvPr/>
        </p:nvSpPr>
        <p:spPr>
          <a:xfrm>
            <a:off x="3025887" y="5311871"/>
            <a:ext cx="650807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A </a:t>
            </a:r>
            <a:r>
              <a:rPr lang="en-PH" sz="2500" b="1" dirty="0">
                <a:solidFill>
                  <a:schemeClr val="bg1"/>
                </a:solidFill>
              </a:rPr>
              <a:t>linked list </a:t>
            </a:r>
            <a:r>
              <a:rPr lang="en-PH" sz="2500" dirty="0">
                <a:solidFill>
                  <a:schemeClr val="bg1"/>
                </a:solidFill>
              </a:rPr>
              <a:t>is made up of a long list of nodes. </a:t>
            </a:r>
          </a:p>
        </p:txBody>
      </p:sp>
    </p:spTree>
    <p:extLst>
      <p:ext uri="{BB962C8B-B14F-4D97-AF65-F5344CB8AC3E}">
        <p14:creationId xmlns:p14="http://schemas.microsoft.com/office/powerpoint/2010/main" val="32839409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3AD79-C1D4-D504-E522-4509B67AC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FF358B-7421-E7BA-3C40-9D5F5B19DB87}"/>
              </a:ext>
            </a:extLst>
          </p:cNvPr>
          <p:cNvSpPr/>
          <p:nvPr/>
        </p:nvSpPr>
        <p:spPr>
          <a:xfrm>
            <a:off x="5094194" y="320550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2016BC-7655-F7A0-C1DF-175AF0B89B79}"/>
              </a:ext>
            </a:extLst>
          </p:cNvPr>
          <p:cNvSpPr/>
          <p:nvPr/>
        </p:nvSpPr>
        <p:spPr>
          <a:xfrm>
            <a:off x="6096000" y="320550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FADC25-418C-1987-F4CB-3A01B569BAB0}"/>
              </a:ext>
            </a:extLst>
          </p:cNvPr>
          <p:cNvSpPr/>
          <p:nvPr/>
        </p:nvSpPr>
        <p:spPr>
          <a:xfrm>
            <a:off x="6260367" y="4180034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EF41E8-BE20-6149-4898-56AF3CD2D98F}"/>
              </a:ext>
            </a:extLst>
          </p:cNvPr>
          <p:cNvSpPr/>
          <p:nvPr/>
        </p:nvSpPr>
        <p:spPr>
          <a:xfrm>
            <a:off x="5094194" y="2761961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F48F52-1FCA-A772-A9A5-844EB6A8E571}"/>
              </a:ext>
            </a:extLst>
          </p:cNvPr>
          <p:cNvSpPr/>
          <p:nvPr/>
        </p:nvSpPr>
        <p:spPr>
          <a:xfrm>
            <a:off x="6096000" y="2761960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FAF3DB-B1B6-CF4C-CCFD-4A8878ADD3A2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DC9D76F-D19C-4CA8-6F4A-0F8FD9661C13}"/>
              </a:ext>
            </a:extLst>
          </p:cNvPr>
          <p:cNvSpPr txBox="1"/>
          <p:nvPr/>
        </p:nvSpPr>
        <p:spPr>
          <a:xfrm>
            <a:off x="3025887" y="5311871"/>
            <a:ext cx="650807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Here is a node</a:t>
            </a:r>
          </a:p>
        </p:txBody>
      </p:sp>
    </p:spTree>
    <p:extLst>
      <p:ext uri="{BB962C8B-B14F-4D97-AF65-F5344CB8AC3E}">
        <p14:creationId xmlns:p14="http://schemas.microsoft.com/office/powerpoint/2010/main" val="1689520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08E152-BE07-DEE2-AA25-DC0BD8C06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ECA50D4-C383-C412-9D60-B178161DFD98}"/>
              </a:ext>
            </a:extLst>
          </p:cNvPr>
          <p:cNvSpPr/>
          <p:nvPr/>
        </p:nvSpPr>
        <p:spPr>
          <a:xfrm>
            <a:off x="5094194" y="320550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0AD4AB-E694-3E81-9F92-2CAA6F976D31}"/>
              </a:ext>
            </a:extLst>
          </p:cNvPr>
          <p:cNvSpPr/>
          <p:nvPr/>
        </p:nvSpPr>
        <p:spPr>
          <a:xfrm>
            <a:off x="6096000" y="320550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472254-2EE8-C21A-2664-32D10E664AB2}"/>
              </a:ext>
            </a:extLst>
          </p:cNvPr>
          <p:cNvSpPr/>
          <p:nvPr/>
        </p:nvSpPr>
        <p:spPr>
          <a:xfrm>
            <a:off x="6260367" y="4180034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D47ED0-FBD4-FF64-EA79-221BEC555AA7}"/>
              </a:ext>
            </a:extLst>
          </p:cNvPr>
          <p:cNvSpPr/>
          <p:nvPr/>
        </p:nvSpPr>
        <p:spPr>
          <a:xfrm>
            <a:off x="5094194" y="2761961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5CE99F-EB65-9ABC-599B-12729F71D0EE}"/>
              </a:ext>
            </a:extLst>
          </p:cNvPr>
          <p:cNvSpPr/>
          <p:nvPr/>
        </p:nvSpPr>
        <p:spPr>
          <a:xfrm>
            <a:off x="6096000" y="2761960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0CD8502-D09E-26E7-68CD-67AAA88464D8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C4695F0-39C4-FB72-E2F4-7098D510496E}"/>
              </a:ext>
            </a:extLst>
          </p:cNvPr>
          <p:cNvSpPr txBox="1"/>
          <p:nvPr/>
        </p:nvSpPr>
        <p:spPr>
          <a:xfrm>
            <a:off x="1286533" y="5311871"/>
            <a:ext cx="961052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Each node consists of two parts, the </a:t>
            </a:r>
            <a:r>
              <a:rPr lang="en-PH" sz="2500" b="1" dirty="0">
                <a:solidFill>
                  <a:schemeClr val="bg1"/>
                </a:solidFill>
              </a:rPr>
              <a:t>value</a:t>
            </a:r>
            <a:r>
              <a:rPr lang="en-PH" sz="2500" dirty="0">
                <a:solidFill>
                  <a:schemeClr val="bg1"/>
                </a:solidFill>
              </a:rPr>
              <a:t> that we need to store and the </a:t>
            </a:r>
            <a:r>
              <a:rPr lang="en-PH" sz="2500" b="1" dirty="0">
                <a:solidFill>
                  <a:schemeClr val="bg1"/>
                </a:solidFill>
              </a:rPr>
              <a:t>address to the next node </a:t>
            </a:r>
            <a:r>
              <a:rPr lang="en-PH" sz="2500" dirty="0">
                <a:solidFill>
                  <a:schemeClr val="bg1"/>
                </a:solidFill>
              </a:rPr>
              <a:t>in line.</a:t>
            </a:r>
          </a:p>
        </p:txBody>
      </p:sp>
    </p:spTree>
    <p:extLst>
      <p:ext uri="{BB962C8B-B14F-4D97-AF65-F5344CB8AC3E}">
        <p14:creationId xmlns:p14="http://schemas.microsoft.com/office/powerpoint/2010/main" val="1162173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7CCB10-A304-D5FD-7203-1288DA587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7DC12D4-C182-24AA-4CD5-549898BE3FF7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72ADFA-509C-BA56-5FBF-1D460B481BF9}"/>
              </a:ext>
            </a:extLst>
          </p:cNvPr>
          <p:cNvSpPr/>
          <p:nvPr/>
        </p:nvSpPr>
        <p:spPr>
          <a:xfrm>
            <a:off x="2111487" y="269712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  <a:endParaRPr lang="en-PH" sz="1300" b="1" dirty="0">
              <a:solidFill>
                <a:srgbClr val="92D05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BDF566-013C-EEAD-2560-133C06C51D48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3CBE9C-2C59-6ABB-5579-6CF4CBB59F5E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BDD59A-A4D4-7421-2E42-8F48F956FB70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5E2832D-7E10-29F2-90ED-85171A48CD03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3326FF-43FB-7D97-FEF7-617A808CBD14}"/>
              </a:ext>
            </a:extLst>
          </p:cNvPr>
          <p:cNvSpPr txBox="1"/>
          <p:nvPr/>
        </p:nvSpPr>
        <p:spPr>
          <a:xfrm>
            <a:off x="1286533" y="5311871"/>
            <a:ext cx="961052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This is an example of a linked list with </a:t>
            </a:r>
            <a:r>
              <a:rPr lang="en-PH" sz="2500" b="1" dirty="0">
                <a:solidFill>
                  <a:schemeClr val="bg1"/>
                </a:solidFill>
              </a:rPr>
              <a:t>one node</a:t>
            </a:r>
            <a:r>
              <a:rPr lang="en-PH" sz="25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7535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557C6-FC78-11B1-337C-E611DAF13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4F4096-A521-3B60-0547-823DC2209558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E67964-9B60-338E-FA09-6389076988CE}"/>
              </a:ext>
            </a:extLst>
          </p:cNvPr>
          <p:cNvSpPr/>
          <p:nvPr/>
        </p:nvSpPr>
        <p:spPr>
          <a:xfrm>
            <a:off x="2111487" y="269712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  <a:endParaRPr lang="en-PH" sz="1300" b="1" dirty="0">
              <a:solidFill>
                <a:srgbClr val="92D05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CF4628-67C5-C0C6-813E-192EEA4ACC59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68C36A-920E-F965-2A4D-EFD0556FAF4E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70694EC-53A8-9B54-9090-AF05C659CC6B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E4A4AEB-EF13-2A1F-B47D-F3B411C98976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CFC586-5555-34FD-C975-5AB0DB26F64C}"/>
              </a:ext>
            </a:extLst>
          </p:cNvPr>
          <p:cNvSpPr txBox="1"/>
          <p:nvPr/>
        </p:nvSpPr>
        <p:spPr>
          <a:xfrm>
            <a:off x="1286533" y="5311871"/>
            <a:ext cx="961052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Notice that the address is </a:t>
            </a:r>
            <a:r>
              <a:rPr lang="en-PH" sz="25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PH" sz="2500" dirty="0">
                <a:solidFill>
                  <a:schemeClr val="bg1"/>
                </a:solidFill>
              </a:rPr>
              <a:t> because there is no node next to it.</a:t>
            </a:r>
          </a:p>
        </p:txBody>
      </p:sp>
    </p:spTree>
    <p:extLst>
      <p:ext uri="{BB962C8B-B14F-4D97-AF65-F5344CB8AC3E}">
        <p14:creationId xmlns:p14="http://schemas.microsoft.com/office/powerpoint/2010/main" val="10759348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9D78A-2D45-0E6E-CBEA-D2483C577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F3A25C6-563B-EB76-99E6-3C75D8535F7C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1EDFF8-E995-6869-661D-7258DC3975BD}"/>
              </a:ext>
            </a:extLst>
          </p:cNvPr>
          <p:cNvSpPr/>
          <p:nvPr/>
        </p:nvSpPr>
        <p:spPr>
          <a:xfrm>
            <a:off x="2111487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71EE4E-AD87-4F07-E538-EE458C30E219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6C60AD-08E3-6345-B9ED-D4BA77C824A8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514208-8249-5B86-12FF-CA42164D557D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782AF98-D520-FA5B-0F1E-234CD9A6F105}"/>
              </a:ext>
            </a:extLst>
          </p:cNvPr>
          <p:cNvSpPr/>
          <p:nvPr/>
        </p:nvSpPr>
        <p:spPr>
          <a:xfrm>
            <a:off x="3701706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621116E-82E4-6451-4732-632E37B52161}"/>
              </a:ext>
            </a:extLst>
          </p:cNvPr>
          <p:cNvSpPr/>
          <p:nvPr/>
        </p:nvSpPr>
        <p:spPr>
          <a:xfrm>
            <a:off x="4703512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  <a:endParaRPr lang="en-PH" sz="1300" b="1" dirty="0">
              <a:solidFill>
                <a:srgbClr val="92D050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7637C4-8670-10DF-AAF5-92CCDB45F7BF}"/>
              </a:ext>
            </a:extLst>
          </p:cNvPr>
          <p:cNvSpPr/>
          <p:nvPr/>
        </p:nvSpPr>
        <p:spPr>
          <a:xfrm>
            <a:off x="4867879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24E78D-F403-EC57-05A5-6AEF598ABD57}"/>
              </a:ext>
            </a:extLst>
          </p:cNvPr>
          <p:cNvSpPr/>
          <p:nvPr/>
        </p:nvSpPr>
        <p:spPr>
          <a:xfrm>
            <a:off x="3701706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88C6AE7-5171-9EB8-97BB-5D0F7CE1CECB}"/>
              </a:ext>
            </a:extLst>
          </p:cNvPr>
          <p:cNvSpPr/>
          <p:nvPr/>
        </p:nvSpPr>
        <p:spPr>
          <a:xfrm>
            <a:off x="4703512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B7914854-E078-4E48-1972-6CCB40FE6C74}"/>
              </a:ext>
            </a:extLst>
          </p:cNvPr>
          <p:cNvCxnSpPr>
            <a:cxnSpLocks/>
            <a:stCxn id="6" idx="3"/>
            <a:endCxn id="39" idx="1"/>
          </p:cNvCxnSpPr>
          <p:nvPr/>
        </p:nvCxnSpPr>
        <p:spPr>
          <a:xfrm>
            <a:off x="3025887" y="3144996"/>
            <a:ext cx="675819" cy="1250601"/>
          </a:xfrm>
          <a:prstGeom prst="curvedConnector3">
            <a:avLst>
              <a:gd name="adj1" fmla="val 38725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56BCF32D-FB66-5B81-DC7B-40F3052DAA9D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A49D36-39D7-C5F4-9D34-CEC5AD0C54F4}"/>
              </a:ext>
            </a:extLst>
          </p:cNvPr>
          <p:cNvSpPr txBox="1"/>
          <p:nvPr/>
        </p:nvSpPr>
        <p:spPr>
          <a:xfrm>
            <a:off x="1286533" y="5311871"/>
            <a:ext cx="961052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This is an example of a linked list with </a:t>
            </a:r>
            <a:r>
              <a:rPr lang="en-PH" sz="2500" b="1" dirty="0">
                <a:solidFill>
                  <a:schemeClr val="bg1"/>
                </a:solidFill>
              </a:rPr>
              <a:t>two nodes.</a:t>
            </a:r>
            <a:endParaRPr lang="en-PH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033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7477D-AA7C-C2E5-E9B9-6703CD0DC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A21FC3-B7CD-AAC3-DA74-F5656A48357F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C1CE64B-3D84-7437-64B7-5251502CCFE5}"/>
              </a:ext>
            </a:extLst>
          </p:cNvPr>
          <p:cNvSpPr/>
          <p:nvPr/>
        </p:nvSpPr>
        <p:spPr>
          <a:xfrm>
            <a:off x="2111487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5BCBE2-D9CD-0C14-9F6B-DBEFA16F6CB5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876ACA-DCED-27FE-D215-5859D77A3CAE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0BC439-B7D0-A261-092B-4F4D393A2478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4057E18-A3EC-00B3-E23A-47C171D3F44E}"/>
              </a:ext>
            </a:extLst>
          </p:cNvPr>
          <p:cNvSpPr/>
          <p:nvPr/>
        </p:nvSpPr>
        <p:spPr>
          <a:xfrm>
            <a:off x="3701706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E7FD8B8-1EBE-5267-41DE-A460B66EA63B}"/>
              </a:ext>
            </a:extLst>
          </p:cNvPr>
          <p:cNvSpPr/>
          <p:nvPr/>
        </p:nvSpPr>
        <p:spPr>
          <a:xfrm>
            <a:off x="4703512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  <a:endParaRPr lang="en-PH" sz="1300" b="1" dirty="0">
              <a:solidFill>
                <a:srgbClr val="92D050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884E615-B384-71B9-36B8-2E638E80E7CE}"/>
              </a:ext>
            </a:extLst>
          </p:cNvPr>
          <p:cNvSpPr/>
          <p:nvPr/>
        </p:nvSpPr>
        <p:spPr>
          <a:xfrm>
            <a:off x="4867879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D01A261-1C47-72D2-8DEE-8A8358FDF58F}"/>
              </a:ext>
            </a:extLst>
          </p:cNvPr>
          <p:cNvSpPr/>
          <p:nvPr/>
        </p:nvSpPr>
        <p:spPr>
          <a:xfrm>
            <a:off x="3701706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3CF3120-9494-8842-88FF-B80FA55150C0}"/>
              </a:ext>
            </a:extLst>
          </p:cNvPr>
          <p:cNvSpPr/>
          <p:nvPr/>
        </p:nvSpPr>
        <p:spPr>
          <a:xfrm>
            <a:off x="4703512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14CC6D85-289C-0A49-E1E2-4A484414A1AA}"/>
              </a:ext>
            </a:extLst>
          </p:cNvPr>
          <p:cNvCxnSpPr>
            <a:cxnSpLocks/>
            <a:stCxn id="6" idx="3"/>
            <a:endCxn id="39" idx="1"/>
          </p:cNvCxnSpPr>
          <p:nvPr/>
        </p:nvCxnSpPr>
        <p:spPr>
          <a:xfrm>
            <a:off x="3025887" y="3144996"/>
            <a:ext cx="675819" cy="1250601"/>
          </a:xfrm>
          <a:prstGeom prst="curvedConnector3">
            <a:avLst>
              <a:gd name="adj1" fmla="val 38725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8A5E6E5-B159-AD84-2D27-15B983DF7259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B9259C-AAE9-608B-F3D8-5795EC38042A}"/>
              </a:ext>
            </a:extLst>
          </p:cNvPr>
          <p:cNvSpPr txBox="1"/>
          <p:nvPr/>
        </p:nvSpPr>
        <p:spPr>
          <a:xfrm>
            <a:off x="1286533" y="5311871"/>
            <a:ext cx="961052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Again, notice that the address is </a:t>
            </a:r>
            <a:r>
              <a:rPr lang="en-PH" sz="25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PH" sz="2500" dirty="0">
                <a:solidFill>
                  <a:schemeClr val="bg1"/>
                </a:solidFill>
              </a:rPr>
              <a:t> in the second node because there is no node next to it.</a:t>
            </a:r>
          </a:p>
        </p:txBody>
      </p:sp>
    </p:spTree>
    <p:extLst>
      <p:ext uri="{BB962C8B-B14F-4D97-AF65-F5344CB8AC3E}">
        <p14:creationId xmlns:p14="http://schemas.microsoft.com/office/powerpoint/2010/main" val="26749134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886754-DEDF-D86F-4FF6-DBE4AAB18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57E9F26-321F-90DF-E4B1-FA229BBC2ED1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FB515A-1377-1B37-A01D-FE488EE00EEA}"/>
              </a:ext>
            </a:extLst>
          </p:cNvPr>
          <p:cNvSpPr/>
          <p:nvPr/>
        </p:nvSpPr>
        <p:spPr>
          <a:xfrm>
            <a:off x="2111487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C3F545-0D0B-6579-8BC8-B4E89001C16B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249168-6E84-7222-32DC-2A983FA59E92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D8C138-D7D6-CCDE-3AED-BC3D7449D1C4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EA17F46-9EFE-6022-0C3A-C65B36EA8075}"/>
              </a:ext>
            </a:extLst>
          </p:cNvPr>
          <p:cNvSpPr/>
          <p:nvPr/>
        </p:nvSpPr>
        <p:spPr>
          <a:xfrm>
            <a:off x="3701706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CBE8153-E1A6-5348-DA9F-CE6EFD9BC4E5}"/>
              </a:ext>
            </a:extLst>
          </p:cNvPr>
          <p:cNvSpPr/>
          <p:nvPr/>
        </p:nvSpPr>
        <p:spPr>
          <a:xfrm>
            <a:off x="4703512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124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0262ECB-C91C-A648-76CC-AE4B2C0BB436}"/>
              </a:ext>
            </a:extLst>
          </p:cNvPr>
          <p:cNvSpPr/>
          <p:nvPr/>
        </p:nvSpPr>
        <p:spPr>
          <a:xfrm>
            <a:off x="4867879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714B149-8F2C-BAB8-AB15-F30702512847}"/>
              </a:ext>
            </a:extLst>
          </p:cNvPr>
          <p:cNvSpPr/>
          <p:nvPr/>
        </p:nvSpPr>
        <p:spPr>
          <a:xfrm>
            <a:off x="3701706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8736A6-7039-5FC3-D4EE-2EF2511FC63F}"/>
              </a:ext>
            </a:extLst>
          </p:cNvPr>
          <p:cNvSpPr/>
          <p:nvPr/>
        </p:nvSpPr>
        <p:spPr>
          <a:xfrm>
            <a:off x="4703512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3DB4D2E-0691-B958-44FA-FA2F8E88A734}"/>
              </a:ext>
            </a:extLst>
          </p:cNvPr>
          <p:cNvSpPr/>
          <p:nvPr/>
        </p:nvSpPr>
        <p:spPr>
          <a:xfrm>
            <a:off x="6619718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EAF5FB1-6EC7-322A-F718-07ABFF61849D}"/>
              </a:ext>
            </a:extLst>
          </p:cNvPr>
          <p:cNvSpPr/>
          <p:nvPr/>
        </p:nvSpPr>
        <p:spPr>
          <a:xfrm>
            <a:off x="7621524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  <a:endParaRPr lang="en-PH" sz="1300" b="1" dirty="0">
              <a:solidFill>
                <a:srgbClr val="92D050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92F549D-8C40-AA6B-E582-D2AD79619666}"/>
              </a:ext>
            </a:extLst>
          </p:cNvPr>
          <p:cNvSpPr/>
          <p:nvPr/>
        </p:nvSpPr>
        <p:spPr>
          <a:xfrm>
            <a:off x="7785891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C7905D1-451A-FEA5-5BA8-8320195AED55}"/>
              </a:ext>
            </a:extLst>
          </p:cNvPr>
          <p:cNvSpPr/>
          <p:nvPr/>
        </p:nvSpPr>
        <p:spPr>
          <a:xfrm>
            <a:off x="6619718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B5FA949-1702-82D6-9940-B9A69D087526}"/>
              </a:ext>
            </a:extLst>
          </p:cNvPr>
          <p:cNvSpPr/>
          <p:nvPr/>
        </p:nvSpPr>
        <p:spPr>
          <a:xfrm>
            <a:off x="7621524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35B7A821-9FE8-A8E9-6F47-3832400DB0FA}"/>
              </a:ext>
            </a:extLst>
          </p:cNvPr>
          <p:cNvCxnSpPr>
            <a:cxnSpLocks/>
            <a:stCxn id="6" idx="3"/>
            <a:endCxn id="39" idx="1"/>
          </p:cNvCxnSpPr>
          <p:nvPr/>
        </p:nvCxnSpPr>
        <p:spPr>
          <a:xfrm>
            <a:off x="3025887" y="3144996"/>
            <a:ext cx="675819" cy="1250601"/>
          </a:xfrm>
          <a:prstGeom prst="curvedConnector3">
            <a:avLst>
              <a:gd name="adj1" fmla="val 38725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106E50A3-EB0C-E595-599C-AA2DC9CCBF41}"/>
              </a:ext>
            </a:extLst>
          </p:cNvPr>
          <p:cNvCxnSpPr>
            <a:cxnSpLocks/>
            <a:stCxn id="40" idx="3"/>
            <a:endCxn id="44" idx="2"/>
          </p:cNvCxnSpPr>
          <p:nvPr/>
        </p:nvCxnSpPr>
        <p:spPr>
          <a:xfrm flipV="1">
            <a:off x="5617912" y="3602196"/>
            <a:ext cx="1459006" cy="793401"/>
          </a:xfrm>
          <a:prstGeom prst="curved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704D89E-E799-C7A9-6DC3-A561C5E867FC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5D196D-D9F7-0D5E-D785-841955571697}"/>
              </a:ext>
            </a:extLst>
          </p:cNvPr>
          <p:cNvSpPr txBox="1"/>
          <p:nvPr/>
        </p:nvSpPr>
        <p:spPr>
          <a:xfrm>
            <a:off x="1286533" y="5311871"/>
            <a:ext cx="961052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This is an example of a linked list with </a:t>
            </a:r>
            <a:r>
              <a:rPr lang="en-PH" sz="2500" b="1" dirty="0">
                <a:solidFill>
                  <a:schemeClr val="bg1"/>
                </a:solidFill>
              </a:rPr>
              <a:t>three nodes.</a:t>
            </a:r>
            <a:endParaRPr lang="en-PH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674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6C6FB0-C24A-F3EC-9771-B53EFFF41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FA2EF3-A2C8-0C88-13DD-533F416AB927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534C9A-8970-C764-F41C-4B335636815E}"/>
              </a:ext>
            </a:extLst>
          </p:cNvPr>
          <p:cNvSpPr/>
          <p:nvPr/>
        </p:nvSpPr>
        <p:spPr>
          <a:xfrm>
            <a:off x="2111487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DAEAAC-B474-BC63-A727-506501F52FBD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51711E-B68E-9DA9-2FFA-984BB17D9A0C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16452C-B19B-AFAA-0CA0-E84FC0E8976F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506E714-0A5A-75EA-8C2F-6BB62B8CEA8B}"/>
              </a:ext>
            </a:extLst>
          </p:cNvPr>
          <p:cNvSpPr/>
          <p:nvPr/>
        </p:nvSpPr>
        <p:spPr>
          <a:xfrm>
            <a:off x="3701706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BDB6FB7-627F-A245-5123-D0B9623AACC9}"/>
              </a:ext>
            </a:extLst>
          </p:cNvPr>
          <p:cNvSpPr/>
          <p:nvPr/>
        </p:nvSpPr>
        <p:spPr>
          <a:xfrm>
            <a:off x="4703512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124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FF8E3C-8622-5C7B-963B-CC3A0C367A40}"/>
              </a:ext>
            </a:extLst>
          </p:cNvPr>
          <p:cNvSpPr/>
          <p:nvPr/>
        </p:nvSpPr>
        <p:spPr>
          <a:xfrm>
            <a:off x="4867879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97294EB-1E0B-09CE-5975-E7081E805C1F}"/>
              </a:ext>
            </a:extLst>
          </p:cNvPr>
          <p:cNvSpPr/>
          <p:nvPr/>
        </p:nvSpPr>
        <p:spPr>
          <a:xfrm>
            <a:off x="3701706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AD89B6-6387-52A4-2C57-E91A10FBA0E1}"/>
              </a:ext>
            </a:extLst>
          </p:cNvPr>
          <p:cNvSpPr/>
          <p:nvPr/>
        </p:nvSpPr>
        <p:spPr>
          <a:xfrm>
            <a:off x="4703512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247305B-3C9E-E2D1-262F-E691779C63FB}"/>
              </a:ext>
            </a:extLst>
          </p:cNvPr>
          <p:cNvSpPr/>
          <p:nvPr/>
        </p:nvSpPr>
        <p:spPr>
          <a:xfrm>
            <a:off x="6619718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68E4461-5C36-516C-F7CD-919B48BAA245}"/>
              </a:ext>
            </a:extLst>
          </p:cNvPr>
          <p:cNvSpPr/>
          <p:nvPr/>
        </p:nvSpPr>
        <p:spPr>
          <a:xfrm>
            <a:off x="7621524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125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18A4781-5070-4659-C667-CFCE0EC301EE}"/>
              </a:ext>
            </a:extLst>
          </p:cNvPr>
          <p:cNvSpPr/>
          <p:nvPr/>
        </p:nvSpPr>
        <p:spPr>
          <a:xfrm>
            <a:off x="7785891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C66F74B-91B6-5063-068C-223C31B1B299}"/>
              </a:ext>
            </a:extLst>
          </p:cNvPr>
          <p:cNvSpPr/>
          <p:nvPr/>
        </p:nvSpPr>
        <p:spPr>
          <a:xfrm>
            <a:off x="6619718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75C18C8-9897-77BC-5618-984AEBB193CD}"/>
              </a:ext>
            </a:extLst>
          </p:cNvPr>
          <p:cNvSpPr/>
          <p:nvPr/>
        </p:nvSpPr>
        <p:spPr>
          <a:xfrm>
            <a:off x="7621524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7BF56B4-F50D-ADC2-5603-ED36A906AE4B}"/>
              </a:ext>
            </a:extLst>
          </p:cNvPr>
          <p:cNvSpPr/>
          <p:nvPr/>
        </p:nvSpPr>
        <p:spPr>
          <a:xfrm>
            <a:off x="9211743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D68C089-2B44-B64F-F8B2-B73F9A748AF1}"/>
              </a:ext>
            </a:extLst>
          </p:cNvPr>
          <p:cNvSpPr/>
          <p:nvPr/>
        </p:nvSpPr>
        <p:spPr>
          <a:xfrm>
            <a:off x="10213549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A3128E1-6502-1323-3A2C-65F1E4A2F00F}"/>
              </a:ext>
            </a:extLst>
          </p:cNvPr>
          <p:cNvSpPr/>
          <p:nvPr/>
        </p:nvSpPr>
        <p:spPr>
          <a:xfrm>
            <a:off x="10377916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5AC8511-46E0-9910-1B65-A74FBB00E667}"/>
              </a:ext>
            </a:extLst>
          </p:cNvPr>
          <p:cNvSpPr/>
          <p:nvPr/>
        </p:nvSpPr>
        <p:spPr>
          <a:xfrm>
            <a:off x="9211743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1BF03C4-C5EF-409A-D1E9-BCCCC0DB1474}"/>
              </a:ext>
            </a:extLst>
          </p:cNvPr>
          <p:cNvSpPr/>
          <p:nvPr/>
        </p:nvSpPr>
        <p:spPr>
          <a:xfrm>
            <a:off x="10213549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736475C9-CBDD-BBEC-80E1-99E8CA00C31E}"/>
              </a:ext>
            </a:extLst>
          </p:cNvPr>
          <p:cNvCxnSpPr>
            <a:cxnSpLocks/>
            <a:stCxn id="6" idx="3"/>
            <a:endCxn id="39" idx="1"/>
          </p:cNvCxnSpPr>
          <p:nvPr/>
        </p:nvCxnSpPr>
        <p:spPr>
          <a:xfrm>
            <a:off x="3025887" y="3144996"/>
            <a:ext cx="675819" cy="1250601"/>
          </a:xfrm>
          <a:prstGeom prst="curvedConnector3">
            <a:avLst>
              <a:gd name="adj1" fmla="val 38725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CCBE0FCA-4399-07CB-D301-A39832841BDC}"/>
              </a:ext>
            </a:extLst>
          </p:cNvPr>
          <p:cNvCxnSpPr>
            <a:cxnSpLocks/>
            <a:stCxn id="40" idx="3"/>
            <a:endCxn id="44" idx="2"/>
          </p:cNvCxnSpPr>
          <p:nvPr/>
        </p:nvCxnSpPr>
        <p:spPr>
          <a:xfrm flipV="1">
            <a:off x="5617912" y="3602196"/>
            <a:ext cx="1459006" cy="793401"/>
          </a:xfrm>
          <a:prstGeom prst="curved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45D9233B-32CE-7E78-E0D7-02CD29AE608B}"/>
              </a:ext>
            </a:extLst>
          </p:cNvPr>
          <p:cNvCxnSpPr>
            <a:cxnSpLocks/>
            <a:stCxn id="45" idx="3"/>
            <a:endCxn id="49" idx="1"/>
          </p:cNvCxnSpPr>
          <p:nvPr/>
        </p:nvCxnSpPr>
        <p:spPr>
          <a:xfrm>
            <a:off x="8535924" y="3144996"/>
            <a:ext cx="675819" cy="1250601"/>
          </a:xfrm>
          <a:prstGeom prst="curvedConnector3">
            <a:avLst>
              <a:gd name="adj1" fmla="val 50000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01F69E67-513D-7984-287A-90A3B22F6ECD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77E97F-989D-98EC-D2BA-66250F7BD4E5}"/>
              </a:ext>
            </a:extLst>
          </p:cNvPr>
          <p:cNvSpPr txBox="1"/>
          <p:nvPr/>
        </p:nvSpPr>
        <p:spPr>
          <a:xfrm>
            <a:off x="1286533" y="5311871"/>
            <a:ext cx="961052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This is an example of a linked list with </a:t>
            </a:r>
            <a:r>
              <a:rPr lang="en-PH" sz="2500" b="1" dirty="0">
                <a:solidFill>
                  <a:schemeClr val="bg1"/>
                </a:solidFill>
              </a:rPr>
              <a:t>four nodes.</a:t>
            </a:r>
            <a:endParaRPr lang="en-PH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87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9A028-5F0E-A472-C86C-9B49CB93B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896DB9-5EF7-E856-14F8-23C16603AA8E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93DFB3-C769-2C96-360D-008F6080740E}"/>
              </a:ext>
            </a:extLst>
          </p:cNvPr>
          <p:cNvSpPr/>
          <p:nvPr/>
        </p:nvSpPr>
        <p:spPr>
          <a:xfrm>
            <a:off x="2111487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010B9D-ECD9-E71F-5D7F-9C96D7C8AED3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135698-E3DC-4476-F635-E42A473043AE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611BF9-AAD1-22AD-EA96-2FFB6D74AC3E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7CDD8B9-C9A7-4B17-3F9E-F234DB1EEE02}"/>
              </a:ext>
            </a:extLst>
          </p:cNvPr>
          <p:cNvSpPr/>
          <p:nvPr/>
        </p:nvSpPr>
        <p:spPr>
          <a:xfrm>
            <a:off x="3701706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A227D09-B631-4648-4296-B0D5D159A997}"/>
              </a:ext>
            </a:extLst>
          </p:cNvPr>
          <p:cNvSpPr/>
          <p:nvPr/>
        </p:nvSpPr>
        <p:spPr>
          <a:xfrm>
            <a:off x="4703512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124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2D9D5EE-B8A7-2B94-E40D-7CFAA5F7066B}"/>
              </a:ext>
            </a:extLst>
          </p:cNvPr>
          <p:cNvSpPr/>
          <p:nvPr/>
        </p:nvSpPr>
        <p:spPr>
          <a:xfrm>
            <a:off x="4867879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AE186AA-9C63-A9CE-B69B-2ECC57D5AE0C}"/>
              </a:ext>
            </a:extLst>
          </p:cNvPr>
          <p:cNvSpPr/>
          <p:nvPr/>
        </p:nvSpPr>
        <p:spPr>
          <a:xfrm>
            <a:off x="3701706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60020D8-39FE-4011-7926-E5070C126ECC}"/>
              </a:ext>
            </a:extLst>
          </p:cNvPr>
          <p:cNvSpPr/>
          <p:nvPr/>
        </p:nvSpPr>
        <p:spPr>
          <a:xfrm>
            <a:off x="4703512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EA2F7E6-E466-B880-80DF-4534904CE804}"/>
              </a:ext>
            </a:extLst>
          </p:cNvPr>
          <p:cNvSpPr/>
          <p:nvPr/>
        </p:nvSpPr>
        <p:spPr>
          <a:xfrm>
            <a:off x="6619718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5B0C9FE-3AD8-AFC9-AF69-82558321853D}"/>
              </a:ext>
            </a:extLst>
          </p:cNvPr>
          <p:cNvSpPr/>
          <p:nvPr/>
        </p:nvSpPr>
        <p:spPr>
          <a:xfrm>
            <a:off x="7621524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125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B712BDD-87A7-6739-12E7-6E7CB94B885B}"/>
              </a:ext>
            </a:extLst>
          </p:cNvPr>
          <p:cNvSpPr/>
          <p:nvPr/>
        </p:nvSpPr>
        <p:spPr>
          <a:xfrm>
            <a:off x="7785891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4EF75B-BBF6-9B4A-67D5-C890496DA48F}"/>
              </a:ext>
            </a:extLst>
          </p:cNvPr>
          <p:cNvSpPr/>
          <p:nvPr/>
        </p:nvSpPr>
        <p:spPr>
          <a:xfrm>
            <a:off x="6619718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976D6A5-C3B1-30DF-D9EF-E7E9E0722ED9}"/>
              </a:ext>
            </a:extLst>
          </p:cNvPr>
          <p:cNvSpPr/>
          <p:nvPr/>
        </p:nvSpPr>
        <p:spPr>
          <a:xfrm>
            <a:off x="7621524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4D31AC0-30B9-2CBF-057E-5A19BCE1E42C}"/>
              </a:ext>
            </a:extLst>
          </p:cNvPr>
          <p:cNvSpPr/>
          <p:nvPr/>
        </p:nvSpPr>
        <p:spPr>
          <a:xfrm>
            <a:off x="9211743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8DDD749-4682-F62C-EF14-4BE9B893753E}"/>
              </a:ext>
            </a:extLst>
          </p:cNvPr>
          <p:cNvSpPr/>
          <p:nvPr/>
        </p:nvSpPr>
        <p:spPr>
          <a:xfrm>
            <a:off x="10213549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045600C-9CEB-01ED-975D-77BEBCA2780C}"/>
              </a:ext>
            </a:extLst>
          </p:cNvPr>
          <p:cNvSpPr/>
          <p:nvPr/>
        </p:nvSpPr>
        <p:spPr>
          <a:xfrm>
            <a:off x="10377916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3FE5340-1E13-BA58-991D-028EC6AA52BE}"/>
              </a:ext>
            </a:extLst>
          </p:cNvPr>
          <p:cNvSpPr/>
          <p:nvPr/>
        </p:nvSpPr>
        <p:spPr>
          <a:xfrm>
            <a:off x="9211743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DE94033-F3FE-8A60-6F57-CD1B3D919D78}"/>
              </a:ext>
            </a:extLst>
          </p:cNvPr>
          <p:cNvSpPr/>
          <p:nvPr/>
        </p:nvSpPr>
        <p:spPr>
          <a:xfrm>
            <a:off x="10213549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EFE5320E-2579-D148-4005-2B728A111335}"/>
              </a:ext>
            </a:extLst>
          </p:cNvPr>
          <p:cNvCxnSpPr>
            <a:cxnSpLocks/>
            <a:stCxn id="6" idx="3"/>
            <a:endCxn id="39" idx="1"/>
          </p:cNvCxnSpPr>
          <p:nvPr/>
        </p:nvCxnSpPr>
        <p:spPr>
          <a:xfrm>
            <a:off x="3025887" y="3144996"/>
            <a:ext cx="675819" cy="1250601"/>
          </a:xfrm>
          <a:prstGeom prst="curvedConnector3">
            <a:avLst>
              <a:gd name="adj1" fmla="val 38725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9971A646-DB4B-4348-1191-CB885D61D9FB}"/>
              </a:ext>
            </a:extLst>
          </p:cNvPr>
          <p:cNvCxnSpPr>
            <a:cxnSpLocks/>
            <a:stCxn id="40" idx="3"/>
            <a:endCxn id="44" idx="2"/>
          </p:cNvCxnSpPr>
          <p:nvPr/>
        </p:nvCxnSpPr>
        <p:spPr>
          <a:xfrm flipV="1">
            <a:off x="5617912" y="3602196"/>
            <a:ext cx="1459006" cy="793401"/>
          </a:xfrm>
          <a:prstGeom prst="curved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88EF7128-7DC4-269D-C202-EEBDD2065AAA}"/>
              </a:ext>
            </a:extLst>
          </p:cNvPr>
          <p:cNvCxnSpPr>
            <a:cxnSpLocks/>
            <a:stCxn id="45" idx="3"/>
            <a:endCxn id="49" idx="1"/>
          </p:cNvCxnSpPr>
          <p:nvPr/>
        </p:nvCxnSpPr>
        <p:spPr>
          <a:xfrm>
            <a:off x="8535924" y="3144996"/>
            <a:ext cx="675819" cy="1250601"/>
          </a:xfrm>
          <a:prstGeom prst="curvedConnector3">
            <a:avLst>
              <a:gd name="adj1" fmla="val 50000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3BD68C52-5E8B-E159-B90F-4DC5AEC3206A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0D01FD-F61A-3FE9-7FDC-F57504D28B48}"/>
              </a:ext>
            </a:extLst>
          </p:cNvPr>
          <p:cNvSpPr txBox="1"/>
          <p:nvPr/>
        </p:nvSpPr>
        <p:spPr>
          <a:xfrm>
            <a:off x="1286533" y="5311871"/>
            <a:ext cx="961052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You can immediately identify the last node in the linked list if it points to a </a:t>
            </a:r>
            <a:r>
              <a:rPr lang="en-PH" sz="2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39532101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064471-416A-9170-8F64-090CCDE31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DE04B20-4834-4900-C0E4-627B2A484692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8D679B-7606-3EB7-1CA4-B2BB26A2190A}"/>
              </a:ext>
            </a:extLst>
          </p:cNvPr>
          <p:cNvSpPr/>
          <p:nvPr/>
        </p:nvSpPr>
        <p:spPr>
          <a:xfrm>
            <a:off x="2111487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9963BC-F00B-4A38-EA5B-2C5378D8866B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47A866-A8DC-7F20-CF41-42EC62AF0CEB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8D8CCB-46F2-B084-B248-1F8BFA7B1911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8618DB1-197D-CD59-FFD7-8A9D6F071132}"/>
              </a:ext>
            </a:extLst>
          </p:cNvPr>
          <p:cNvSpPr/>
          <p:nvPr/>
        </p:nvSpPr>
        <p:spPr>
          <a:xfrm>
            <a:off x="3701706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BB7F7B5-C535-E9CA-679B-A731680A2A14}"/>
              </a:ext>
            </a:extLst>
          </p:cNvPr>
          <p:cNvSpPr/>
          <p:nvPr/>
        </p:nvSpPr>
        <p:spPr>
          <a:xfrm>
            <a:off x="4703512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124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2BBA60A-8EC1-48EE-3501-C4769BA4D007}"/>
              </a:ext>
            </a:extLst>
          </p:cNvPr>
          <p:cNvSpPr/>
          <p:nvPr/>
        </p:nvSpPr>
        <p:spPr>
          <a:xfrm>
            <a:off x="4867879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1FCE1F-5A21-6FFE-2863-35F3025AFDA3}"/>
              </a:ext>
            </a:extLst>
          </p:cNvPr>
          <p:cNvSpPr/>
          <p:nvPr/>
        </p:nvSpPr>
        <p:spPr>
          <a:xfrm>
            <a:off x="3701706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65B2ABC-B3AF-4A78-50A1-EBFAD8FC4616}"/>
              </a:ext>
            </a:extLst>
          </p:cNvPr>
          <p:cNvSpPr/>
          <p:nvPr/>
        </p:nvSpPr>
        <p:spPr>
          <a:xfrm>
            <a:off x="4703512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1B7BB13-E30A-CDD7-98C5-9952D3E3D80D}"/>
              </a:ext>
            </a:extLst>
          </p:cNvPr>
          <p:cNvSpPr/>
          <p:nvPr/>
        </p:nvSpPr>
        <p:spPr>
          <a:xfrm>
            <a:off x="6619718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BC8A943-EF5D-46F8-C0F9-86E974532AE1}"/>
              </a:ext>
            </a:extLst>
          </p:cNvPr>
          <p:cNvSpPr/>
          <p:nvPr/>
        </p:nvSpPr>
        <p:spPr>
          <a:xfrm>
            <a:off x="7621524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125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AA077FD-6596-B88C-1514-2E94EA321B94}"/>
              </a:ext>
            </a:extLst>
          </p:cNvPr>
          <p:cNvSpPr/>
          <p:nvPr/>
        </p:nvSpPr>
        <p:spPr>
          <a:xfrm>
            <a:off x="7785891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D435C08-D910-2A48-13C8-36B658AAA685}"/>
              </a:ext>
            </a:extLst>
          </p:cNvPr>
          <p:cNvSpPr/>
          <p:nvPr/>
        </p:nvSpPr>
        <p:spPr>
          <a:xfrm>
            <a:off x="6619718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61058E3-6551-AA56-B00E-69AF3180D046}"/>
              </a:ext>
            </a:extLst>
          </p:cNvPr>
          <p:cNvSpPr/>
          <p:nvPr/>
        </p:nvSpPr>
        <p:spPr>
          <a:xfrm>
            <a:off x="7621524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6E75E15-3337-095D-EAC4-61460006497D}"/>
              </a:ext>
            </a:extLst>
          </p:cNvPr>
          <p:cNvSpPr/>
          <p:nvPr/>
        </p:nvSpPr>
        <p:spPr>
          <a:xfrm>
            <a:off x="9211743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C9AC592-50AB-73F8-653E-739EBD70E743}"/>
              </a:ext>
            </a:extLst>
          </p:cNvPr>
          <p:cNvSpPr/>
          <p:nvPr/>
        </p:nvSpPr>
        <p:spPr>
          <a:xfrm>
            <a:off x="10213549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1F83637-EF41-0EBE-EB02-BD85978C5196}"/>
              </a:ext>
            </a:extLst>
          </p:cNvPr>
          <p:cNvSpPr/>
          <p:nvPr/>
        </p:nvSpPr>
        <p:spPr>
          <a:xfrm>
            <a:off x="10377916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8F8F5F7-808F-CF48-D221-EDDFC6AA2096}"/>
              </a:ext>
            </a:extLst>
          </p:cNvPr>
          <p:cNvSpPr/>
          <p:nvPr/>
        </p:nvSpPr>
        <p:spPr>
          <a:xfrm>
            <a:off x="9211743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C828E5D-4DBE-DB40-E0DD-0997F8DDFBD4}"/>
              </a:ext>
            </a:extLst>
          </p:cNvPr>
          <p:cNvSpPr/>
          <p:nvPr/>
        </p:nvSpPr>
        <p:spPr>
          <a:xfrm>
            <a:off x="10213549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B3925DCE-D1BD-18DA-8292-DED6966AB9CE}"/>
              </a:ext>
            </a:extLst>
          </p:cNvPr>
          <p:cNvCxnSpPr>
            <a:cxnSpLocks/>
            <a:stCxn id="6" idx="3"/>
            <a:endCxn id="39" idx="1"/>
          </p:cNvCxnSpPr>
          <p:nvPr/>
        </p:nvCxnSpPr>
        <p:spPr>
          <a:xfrm>
            <a:off x="3025887" y="3144996"/>
            <a:ext cx="675819" cy="1250601"/>
          </a:xfrm>
          <a:prstGeom prst="curvedConnector3">
            <a:avLst>
              <a:gd name="adj1" fmla="val 38725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1731FA3E-94C7-3D55-08AF-01866AC325BC}"/>
              </a:ext>
            </a:extLst>
          </p:cNvPr>
          <p:cNvCxnSpPr>
            <a:cxnSpLocks/>
            <a:stCxn id="40" idx="3"/>
            <a:endCxn id="44" idx="2"/>
          </p:cNvCxnSpPr>
          <p:nvPr/>
        </p:nvCxnSpPr>
        <p:spPr>
          <a:xfrm flipV="1">
            <a:off x="5617912" y="3602196"/>
            <a:ext cx="1459006" cy="793401"/>
          </a:xfrm>
          <a:prstGeom prst="curved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6AE51348-F73F-0D28-6C8E-657038E7C28E}"/>
              </a:ext>
            </a:extLst>
          </p:cNvPr>
          <p:cNvCxnSpPr>
            <a:cxnSpLocks/>
            <a:stCxn id="45" idx="3"/>
            <a:endCxn id="49" idx="1"/>
          </p:cNvCxnSpPr>
          <p:nvPr/>
        </p:nvCxnSpPr>
        <p:spPr>
          <a:xfrm>
            <a:off x="8535924" y="3144996"/>
            <a:ext cx="675819" cy="1250601"/>
          </a:xfrm>
          <a:prstGeom prst="curvedConnector3">
            <a:avLst>
              <a:gd name="adj1" fmla="val 50000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9ED19EB9-89EA-10C0-5260-198FB24579ED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4142BB9-8B23-79E9-560D-4CF23FC7E368}"/>
              </a:ext>
            </a:extLst>
          </p:cNvPr>
          <p:cNvSpPr/>
          <p:nvPr/>
        </p:nvSpPr>
        <p:spPr>
          <a:xfrm>
            <a:off x="9211743" y="1885193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“X”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E1321B1-1F32-9C2A-06E3-BD5B3FDD64C5}"/>
              </a:ext>
            </a:extLst>
          </p:cNvPr>
          <p:cNvSpPr/>
          <p:nvPr/>
        </p:nvSpPr>
        <p:spPr>
          <a:xfrm>
            <a:off x="10213549" y="1885193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130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  <a:b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endParaRPr lang="en-PH" sz="1300" b="1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21DA95-EC9F-F2DA-B39F-8D5FBAB9AD6F}"/>
              </a:ext>
            </a:extLst>
          </p:cNvPr>
          <p:cNvSpPr/>
          <p:nvPr/>
        </p:nvSpPr>
        <p:spPr>
          <a:xfrm>
            <a:off x="10377916" y="2859719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77E3D3-6DAC-7147-F3B6-B4F42CF6867D}"/>
              </a:ext>
            </a:extLst>
          </p:cNvPr>
          <p:cNvSpPr/>
          <p:nvPr/>
        </p:nvSpPr>
        <p:spPr>
          <a:xfrm>
            <a:off x="9211743" y="1441646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9D9B3D-12FE-8123-AA84-7E068FBCFA5B}"/>
              </a:ext>
            </a:extLst>
          </p:cNvPr>
          <p:cNvSpPr/>
          <p:nvPr/>
        </p:nvSpPr>
        <p:spPr>
          <a:xfrm>
            <a:off x="10213549" y="1441645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D05D9D-93BF-50E4-653E-5FF511760A5C}"/>
              </a:ext>
            </a:extLst>
          </p:cNvPr>
          <p:cNvSpPr txBox="1"/>
          <p:nvPr/>
        </p:nvSpPr>
        <p:spPr>
          <a:xfrm>
            <a:off x="3025887" y="5311871"/>
            <a:ext cx="650807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Inserting a node is very simple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19958897-D17D-4986-BEE5-A94ED9C8E003}"/>
              </a:ext>
            </a:extLst>
          </p:cNvPr>
          <p:cNvSpPr/>
          <p:nvPr/>
        </p:nvSpPr>
        <p:spPr>
          <a:xfrm>
            <a:off x="9514033" y="463237"/>
            <a:ext cx="484632" cy="97840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91B97A-5BC3-BB50-2029-1A2A53E74CE8}"/>
              </a:ext>
            </a:extLst>
          </p:cNvPr>
          <p:cNvSpPr txBox="1"/>
          <p:nvPr/>
        </p:nvSpPr>
        <p:spPr>
          <a:xfrm>
            <a:off x="10213549" y="681604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92D050"/>
                </a:solidFill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3294564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B5C4DF-9C67-FF8F-C846-248257C5E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86EA33-B6D8-EA13-9E2A-4B0E504F58EF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F9D3F01-4757-10ED-7B1E-44C491C1D4F8}"/>
              </a:ext>
            </a:extLst>
          </p:cNvPr>
          <p:cNvSpPr/>
          <p:nvPr/>
        </p:nvSpPr>
        <p:spPr>
          <a:xfrm>
            <a:off x="2111487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695D44-050B-EFDE-A26E-D559F32BDD74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E9C40A-758B-FDD5-0D26-33604E69AD78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7105FF-C256-E199-99CD-540446BC90BF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F5E4825-F133-A21B-8A40-C6B6DB464DA2}"/>
              </a:ext>
            </a:extLst>
          </p:cNvPr>
          <p:cNvSpPr/>
          <p:nvPr/>
        </p:nvSpPr>
        <p:spPr>
          <a:xfrm>
            <a:off x="3701706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446DB71-A1EF-4C9D-B10E-8103AFF1E517}"/>
              </a:ext>
            </a:extLst>
          </p:cNvPr>
          <p:cNvSpPr/>
          <p:nvPr/>
        </p:nvSpPr>
        <p:spPr>
          <a:xfrm>
            <a:off x="4703512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124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D5B0C90-321F-12C3-19E5-6BC9E0586265}"/>
              </a:ext>
            </a:extLst>
          </p:cNvPr>
          <p:cNvSpPr/>
          <p:nvPr/>
        </p:nvSpPr>
        <p:spPr>
          <a:xfrm>
            <a:off x="4867879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2E25BA0-ED53-2433-56C0-542BFF0C5685}"/>
              </a:ext>
            </a:extLst>
          </p:cNvPr>
          <p:cNvSpPr/>
          <p:nvPr/>
        </p:nvSpPr>
        <p:spPr>
          <a:xfrm>
            <a:off x="3701706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BF17095-4112-0391-5127-25AA08F72E64}"/>
              </a:ext>
            </a:extLst>
          </p:cNvPr>
          <p:cNvSpPr/>
          <p:nvPr/>
        </p:nvSpPr>
        <p:spPr>
          <a:xfrm>
            <a:off x="4703512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7D5FFBB-F7E2-E226-41B5-84CC8B3314A7}"/>
              </a:ext>
            </a:extLst>
          </p:cNvPr>
          <p:cNvSpPr/>
          <p:nvPr/>
        </p:nvSpPr>
        <p:spPr>
          <a:xfrm>
            <a:off x="6619718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0E93280-D018-386E-D731-E37A6F3DFF66}"/>
              </a:ext>
            </a:extLst>
          </p:cNvPr>
          <p:cNvSpPr/>
          <p:nvPr/>
        </p:nvSpPr>
        <p:spPr>
          <a:xfrm>
            <a:off x="7621524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125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89F7DDA-6E12-B1D2-055D-C0939BE15F3C}"/>
              </a:ext>
            </a:extLst>
          </p:cNvPr>
          <p:cNvSpPr/>
          <p:nvPr/>
        </p:nvSpPr>
        <p:spPr>
          <a:xfrm>
            <a:off x="7785891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DCD5C03-8B76-0E64-CBB6-065F4AF5A64E}"/>
              </a:ext>
            </a:extLst>
          </p:cNvPr>
          <p:cNvSpPr/>
          <p:nvPr/>
        </p:nvSpPr>
        <p:spPr>
          <a:xfrm>
            <a:off x="6619718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AC273F3-4FDF-66E7-049F-0F3712D709AF}"/>
              </a:ext>
            </a:extLst>
          </p:cNvPr>
          <p:cNvSpPr/>
          <p:nvPr/>
        </p:nvSpPr>
        <p:spPr>
          <a:xfrm>
            <a:off x="7621524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833F8D1-A7FD-436C-4086-CCAEC7B4C1F1}"/>
              </a:ext>
            </a:extLst>
          </p:cNvPr>
          <p:cNvSpPr/>
          <p:nvPr/>
        </p:nvSpPr>
        <p:spPr>
          <a:xfrm>
            <a:off x="9211743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4495543-66C2-637C-AF94-3272397513A2}"/>
              </a:ext>
            </a:extLst>
          </p:cNvPr>
          <p:cNvSpPr/>
          <p:nvPr/>
        </p:nvSpPr>
        <p:spPr>
          <a:xfrm>
            <a:off x="10213549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068EBA3-6D5D-6DA8-C556-D4BE64FB44F9}"/>
              </a:ext>
            </a:extLst>
          </p:cNvPr>
          <p:cNvSpPr/>
          <p:nvPr/>
        </p:nvSpPr>
        <p:spPr>
          <a:xfrm>
            <a:off x="10377916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1981240-AB0F-D47A-6D73-27B568B1D15E}"/>
              </a:ext>
            </a:extLst>
          </p:cNvPr>
          <p:cNvSpPr/>
          <p:nvPr/>
        </p:nvSpPr>
        <p:spPr>
          <a:xfrm>
            <a:off x="9211743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8D7D2DD-F4B1-85AA-9DCC-204193647947}"/>
              </a:ext>
            </a:extLst>
          </p:cNvPr>
          <p:cNvSpPr/>
          <p:nvPr/>
        </p:nvSpPr>
        <p:spPr>
          <a:xfrm>
            <a:off x="10213549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354A4D31-C44D-A85E-ABD4-99D139E47C8C}"/>
              </a:ext>
            </a:extLst>
          </p:cNvPr>
          <p:cNvCxnSpPr>
            <a:cxnSpLocks/>
            <a:stCxn id="6" idx="3"/>
            <a:endCxn id="39" idx="1"/>
          </p:cNvCxnSpPr>
          <p:nvPr/>
        </p:nvCxnSpPr>
        <p:spPr>
          <a:xfrm>
            <a:off x="3025887" y="3144996"/>
            <a:ext cx="675819" cy="1250601"/>
          </a:xfrm>
          <a:prstGeom prst="curvedConnector3">
            <a:avLst>
              <a:gd name="adj1" fmla="val 38725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816F0BB0-AEA6-6BD8-4DB1-037F8B2F02FF}"/>
              </a:ext>
            </a:extLst>
          </p:cNvPr>
          <p:cNvCxnSpPr>
            <a:cxnSpLocks/>
            <a:stCxn id="40" idx="3"/>
            <a:endCxn id="44" idx="2"/>
          </p:cNvCxnSpPr>
          <p:nvPr/>
        </p:nvCxnSpPr>
        <p:spPr>
          <a:xfrm flipV="1">
            <a:off x="5617912" y="3602196"/>
            <a:ext cx="1459006" cy="793401"/>
          </a:xfrm>
          <a:prstGeom prst="curved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7B22DD03-9372-AA36-D50B-D96BC00E7AFD}"/>
              </a:ext>
            </a:extLst>
          </p:cNvPr>
          <p:cNvCxnSpPr>
            <a:cxnSpLocks/>
            <a:stCxn id="45" idx="3"/>
            <a:endCxn id="49" idx="1"/>
          </p:cNvCxnSpPr>
          <p:nvPr/>
        </p:nvCxnSpPr>
        <p:spPr>
          <a:xfrm>
            <a:off x="8535924" y="3144996"/>
            <a:ext cx="675819" cy="1250601"/>
          </a:xfrm>
          <a:prstGeom prst="curvedConnector3">
            <a:avLst>
              <a:gd name="adj1" fmla="val 50000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AD505B0-E687-0D7E-744B-FD1B04035A4E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6AB63B-FD4A-3776-C6EF-2031F0B9A781}"/>
              </a:ext>
            </a:extLst>
          </p:cNvPr>
          <p:cNvSpPr/>
          <p:nvPr/>
        </p:nvSpPr>
        <p:spPr>
          <a:xfrm>
            <a:off x="9211743" y="1885193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“X”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1FB4DA-62E6-D567-5E1D-7137CE7C61C8}"/>
              </a:ext>
            </a:extLst>
          </p:cNvPr>
          <p:cNvSpPr/>
          <p:nvPr/>
        </p:nvSpPr>
        <p:spPr>
          <a:xfrm>
            <a:off x="10213549" y="1885193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130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  <a:b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endParaRPr lang="en-PH" sz="1300" b="1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93287A-73EF-B9A4-2C3D-1FD72765A930}"/>
              </a:ext>
            </a:extLst>
          </p:cNvPr>
          <p:cNvSpPr/>
          <p:nvPr/>
        </p:nvSpPr>
        <p:spPr>
          <a:xfrm>
            <a:off x="10377916" y="2859719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5907C1-5A2F-99FA-8BEB-87D0DA0C4C82}"/>
              </a:ext>
            </a:extLst>
          </p:cNvPr>
          <p:cNvSpPr/>
          <p:nvPr/>
        </p:nvSpPr>
        <p:spPr>
          <a:xfrm>
            <a:off x="9211743" y="1441646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CF4C5C-F388-F627-B58D-4A59F5FCD0EB}"/>
              </a:ext>
            </a:extLst>
          </p:cNvPr>
          <p:cNvSpPr/>
          <p:nvPr/>
        </p:nvSpPr>
        <p:spPr>
          <a:xfrm>
            <a:off x="10213549" y="1441645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744417B1-5733-0FE3-A5D7-44DA474FB129}"/>
              </a:ext>
            </a:extLst>
          </p:cNvPr>
          <p:cNvSpPr/>
          <p:nvPr/>
        </p:nvSpPr>
        <p:spPr>
          <a:xfrm>
            <a:off x="9514033" y="463237"/>
            <a:ext cx="484632" cy="97840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DB9917-D40C-5E1A-65F6-0E7AF91466F0}"/>
              </a:ext>
            </a:extLst>
          </p:cNvPr>
          <p:cNvSpPr txBox="1"/>
          <p:nvPr/>
        </p:nvSpPr>
        <p:spPr>
          <a:xfrm>
            <a:off x="10213549" y="681604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92D050"/>
                </a:solidFill>
              </a:rPr>
              <a:t>INSERT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8930E5-DA38-3234-4FA0-1E00F06DD5D5}"/>
              </a:ext>
            </a:extLst>
          </p:cNvPr>
          <p:cNvSpPr txBox="1"/>
          <p:nvPr/>
        </p:nvSpPr>
        <p:spPr>
          <a:xfrm>
            <a:off x="3025887" y="5311871"/>
            <a:ext cx="650807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Unlike arrays, we do not have to shift elements</a:t>
            </a:r>
          </a:p>
        </p:txBody>
      </p:sp>
    </p:spTree>
    <p:extLst>
      <p:ext uri="{BB962C8B-B14F-4D97-AF65-F5344CB8AC3E}">
        <p14:creationId xmlns:p14="http://schemas.microsoft.com/office/powerpoint/2010/main" val="1064066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17954F-688C-A654-3043-021C23B39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73A791B-86F6-5CF5-6A19-8244B1B34B6F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689345-9B40-A710-F449-AD1E644FC1DC}"/>
              </a:ext>
            </a:extLst>
          </p:cNvPr>
          <p:cNvSpPr/>
          <p:nvPr/>
        </p:nvSpPr>
        <p:spPr>
          <a:xfrm>
            <a:off x="2111487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CD3E59-7D82-0C62-011A-4130E0BA605F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608D9B-9AFE-75EC-06B2-08363C2F23EB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99AC93-427F-6B41-089D-BE472A5BB282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E101D87-A69A-8243-04F2-A83C42BF8676}"/>
              </a:ext>
            </a:extLst>
          </p:cNvPr>
          <p:cNvSpPr/>
          <p:nvPr/>
        </p:nvSpPr>
        <p:spPr>
          <a:xfrm>
            <a:off x="3701706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EFBD7C2-CD28-9E26-EA2A-44E0FF358AA8}"/>
              </a:ext>
            </a:extLst>
          </p:cNvPr>
          <p:cNvSpPr/>
          <p:nvPr/>
        </p:nvSpPr>
        <p:spPr>
          <a:xfrm>
            <a:off x="4703512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124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A13C4E9-17CA-0240-13AF-49E55A7E6BBC}"/>
              </a:ext>
            </a:extLst>
          </p:cNvPr>
          <p:cNvSpPr/>
          <p:nvPr/>
        </p:nvSpPr>
        <p:spPr>
          <a:xfrm>
            <a:off x="4867879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539FC55-1433-D83D-4793-F505FAD0D684}"/>
              </a:ext>
            </a:extLst>
          </p:cNvPr>
          <p:cNvSpPr/>
          <p:nvPr/>
        </p:nvSpPr>
        <p:spPr>
          <a:xfrm>
            <a:off x="3701706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CCF0807-1121-A51E-6C89-49FDE45B263F}"/>
              </a:ext>
            </a:extLst>
          </p:cNvPr>
          <p:cNvSpPr/>
          <p:nvPr/>
        </p:nvSpPr>
        <p:spPr>
          <a:xfrm>
            <a:off x="4703512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98F54A7-A128-D8E4-0F8E-BE43D728360E}"/>
              </a:ext>
            </a:extLst>
          </p:cNvPr>
          <p:cNvSpPr/>
          <p:nvPr/>
        </p:nvSpPr>
        <p:spPr>
          <a:xfrm>
            <a:off x="6619718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9D25FD7-3DC4-2F40-FA99-06E2D5D72BEC}"/>
              </a:ext>
            </a:extLst>
          </p:cNvPr>
          <p:cNvSpPr/>
          <p:nvPr/>
        </p:nvSpPr>
        <p:spPr>
          <a:xfrm>
            <a:off x="7621524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125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45FDDC0-5632-E208-F767-1CAE7A4FBFFE}"/>
              </a:ext>
            </a:extLst>
          </p:cNvPr>
          <p:cNvSpPr/>
          <p:nvPr/>
        </p:nvSpPr>
        <p:spPr>
          <a:xfrm>
            <a:off x="7785891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924A345-E396-1271-FFC6-C493C58E7281}"/>
              </a:ext>
            </a:extLst>
          </p:cNvPr>
          <p:cNvSpPr/>
          <p:nvPr/>
        </p:nvSpPr>
        <p:spPr>
          <a:xfrm>
            <a:off x="6619718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69544A4-4F82-5F37-0B2D-75183102BA89}"/>
              </a:ext>
            </a:extLst>
          </p:cNvPr>
          <p:cNvSpPr/>
          <p:nvPr/>
        </p:nvSpPr>
        <p:spPr>
          <a:xfrm>
            <a:off x="7621524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0C217D8-352D-7EEE-EA3C-A4EB9296FED5}"/>
              </a:ext>
            </a:extLst>
          </p:cNvPr>
          <p:cNvSpPr/>
          <p:nvPr/>
        </p:nvSpPr>
        <p:spPr>
          <a:xfrm>
            <a:off x="9211743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F7BC7D4-F5AC-BFDD-817A-77849C536EAF}"/>
              </a:ext>
            </a:extLst>
          </p:cNvPr>
          <p:cNvSpPr/>
          <p:nvPr/>
        </p:nvSpPr>
        <p:spPr>
          <a:xfrm>
            <a:off x="10213549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DE7037B-6F9A-48BD-3794-1AC82E853F78}"/>
              </a:ext>
            </a:extLst>
          </p:cNvPr>
          <p:cNvSpPr/>
          <p:nvPr/>
        </p:nvSpPr>
        <p:spPr>
          <a:xfrm>
            <a:off x="10377916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C654BE-5B70-78D2-FB55-F5380939C61C}"/>
              </a:ext>
            </a:extLst>
          </p:cNvPr>
          <p:cNvSpPr/>
          <p:nvPr/>
        </p:nvSpPr>
        <p:spPr>
          <a:xfrm>
            <a:off x="9211743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E422436-E6C3-86A0-80BA-CB1F50BF2A64}"/>
              </a:ext>
            </a:extLst>
          </p:cNvPr>
          <p:cNvSpPr/>
          <p:nvPr/>
        </p:nvSpPr>
        <p:spPr>
          <a:xfrm>
            <a:off x="10213549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7E22CE34-A2FD-6664-8E6F-AE06359AEEE8}"/>
              </a:ext>
            </a:extLst>
          </p:cNvPr>
          <p:cNvCxnSpPr>
            <a:cxnSpLocks/>
            <a:stCxn id="6" idx="3"/>
            <a:endCxn id="39" idx="1"/>
          </p:cNvCxnSpPr>
          <p:nvPr/>
        </p:nvCxnSpPr>
        <p:spPr>
          <a:xfrm>
            <a:off x="3025887" y="3144996"/>
            <a:ext cx="675819" cy="1250601"/>
          </a:xfrm>
          <a:prstGeom prst="curvedConnector3">
            <a:avLst>
              <a:gd name="adj1" fmla="val 38725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488F11C8-6B14-F01F-BEE8-BD44B03B3D02}"/>
              </a:ext>
            </a:extLst>
          </p:cNvPr>
          <p:cNvCxnSpPr>
            <a:cxnSpLocks/>
            <a:stCxn id="40" idx="3"/>
            <a:endCxn id="44" idx="2"/>
          </p:cNvCxnSpPr>
          <p:nvPr/>
        </p:nvCxnSpPr>
        <p:spPr>
          <a:xfrm flipV="1">
            <a:off x="5617912" y="3602196"/>
            <a:ext cx="1459006" cy="793401"/>
          </a:xfrm>
          <a:prstGeom prst="curved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F4592159-54FC-D98C-2E14-3F8044100847}"/>
              </a:ext>
            </a:extLst>
          </p:cNvPr>
          <p:cNvCxnSpPr>
            <a:cxnSpLocks/>
            <a:stCxn id="45" idx="3"/>
            <a:endCxn id="49" idx="1"/>
          </p:cNvCxnSpPr>
          <p:nvPr/>
        </p:nvCxnSpPr>
        <p:spPr>
          <a:xfrm>
            <a:off x="8535924" y="3144996"/>
            <a:ext cx="675819" cy="1250601"/>
          </a:xfrm>
          <a:prstGeom prst="curvedConnector3">
            <a:avLst>
              <a:gd name="adj1" fmla="val 50000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1B0C077-8015-01B7-E6FE-6996AF1E5123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A4A7D7F-B6B4-4602-09AF-11C96F6FEC19}"/>
              </a:ext>
            </a:extLst>
          </p:cNvPr>
          <p:cNvSpPr/>
          <p:nvPr/>
        </p:nvSpPr>
        <p:spPr>
          <a:xfrm>
            <a:off x="9211743" y="1885193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“X”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67766C-0FEF-19B7-5833-AC9A489B2175}"/>
              </a:ext>
            </a:extLst>
          </p:cNvPr>
          <p:cNvSpPr/>
          <p:nvPr/>
        </p:nvSpPr>
        <p:spPr>
          <a:xfrm>
            <a:off x="10213549" y="1885193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130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  <a:b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endParaRPr lang="en-PH" sz="1300" b="1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7B6992-10EB-C218-57CC-F21BBE7F6682}"/>
              </a:ext>
            </a:extLst>
          </p:cNvPr>
          <p:cNvSpPr/>
          <p:nvPr/>
        </p:nvSpPr>
        <p:spPr>
          <a:xfrm>
            <a:off x="10377916" y="2859719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BDBFC5-D5D9-2AB9-8ABC-E6B5B950F9AA}"/>
              </a:ext>
            </a:extLst>
          </p:cNvPr>
          <p:cNvSpPr/>
          <p:nvPr/>
        </p:nvSpPr>
        <p:spPr>
          <a:xfrm>
            <a:off x="9211743" y="1441646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80A0A7-9531-5211-33B2-F35A6A3D6251}"/>
              </a:ext>
            </a:extLst>
          </p:cNvPr>
          <p:cNvSpPr/>
          <p:nvPr/>
        </p:nvSpPr>
        <p:spPr>
          <a:xfrm>
            <a:off x="10213549" y="1441645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D7F1B95C-9D85-BBEA-0E16-A5F2B24653F3}"/>
              </a:ext>
            </a:extLst>
          </p:cNvPr>
          <p:cNvSpPr/>
          <p:nvPr/>
        </p:nvSpPr>
        <p:spPr>
          <a:xfrm>
            <a:off x="9514033" y="463237"/>
            <a:ext cx="484632" cy="97840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F1D3B3-D527-B86B-098E-25A0932AD32B}"/>
              </a:ext>
            </a:extLst>
          </p:cNvPr>
          <p:cNvSpPr txBox="1"/>
          <p:nvPr/>
        </p:nvSpPr>
        <p:spPr>
          <a:xfrm>
            <a:off x="10213549" y="681604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92D050"/>
                </a:solidFill>
              </a:rPr>
              <a:t>INSERT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57DED2-1C05-F570-2EA7-E00C7C50888B}"/>
              </a:ext>
            </a:extLst>
          </p:cNvPr>
          <p:cNvSpPr txBox="1"/>
          <p:nvPr/>
        </p:nvSpPr>
        <p:spPr>
          <a:xfrm>
            <a:off x="3025887" y="5311871"/>
            <a:ext cx="65080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We just need to point to where the </a:t>
            </a:r>
            <a:r>
              <a:rPr lang="en-PH" sz="2500" b="1" dirty="0">
                <a:solidFill>
                  <a:schemeClr val="bg1"/>
                </a:solidFill>
              </a:rPr>
              <a:t>new node </a:t>
            </a:r>
            <a:r>
              <a:rPr lang="en-PH" sz="2500" dirty="0">
                <a:solidFill>
                  <a:schemeClr val="bg1"/>
                </a:solidFill>
              </a:rPr>
              <a:t>is.</a:t>
            </a:r>
          </a:p>
        </p:txBody>
      </p:sp>
    </p:spTree>
    <p:extLst>
      <p:ext uri="{BB962C8B-B14F-4D97-AF65-F5344CB8AC3E}">
        <p14:creationId xmlns:p14="http://schemas.microsoft.com/office/powerpoint/2010/main" val="1279608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2C962B-EB58-8033-029B-CD22ED3FD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346F89F-B0F7-020B-7432-26B06EAE8F6D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CD3C2A-5F5E-283A-BC2D-354FD63B4A49}"/>
              </a:ext>
            </a:extLst>
          </p:cNvPr>
          <p:cNvSpPr/>
          <p:nvPr/>
        </p:nvSpPr>
        <p:spPr>
          <a:xfrm>
            <a:off x="2111487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4652B9-35E9-F1A9-FFB8-5A9A18613C23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5865E9-C58D-7077-337A-650759094874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79ACA9-6154-1259-5A93-E80FED795959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848CE3D-F6E1-687C-38DA-16E1A1CBD7D7}"/>
              </a:ext>
            </a:extLst>
          </p:cNvPr>
          <p:cNvSpPr/>
          <p:nvPr/>
        </p:nvSpPr>
        <p:spPr>
          <a:xfrm>
            <a:off x="3701706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FFBE6EA-0FF9-26EE-D95E-96132AC00A90}"/>
              </a:ext>
            </a:extLst>
          </p:cNvPr>
          <p:cNvSpPr/>
          <p:nvPr/>
        </p:nvSpPr>
        <p:spPr>
          <a:xfrm>
            <a:off x="4703512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124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3702F74-5FBC-6076-7A05-3FCF33E53C5A}"/>
              </a:ext>
            </a:extLst>
          </p:cNvPr>
          <p:cNvSpPr/>
          <p:nvPr/>
        </p:nvSpPr>
        <p:spPr>
          <a:xfrm>
            <a:off x="4867879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D9762AD-77F6-B3AA-F9DB-7EADEF6C40ED}"/>
              </a:ext>
            </a:extLst>
          </p:cNvPr>
          <p:cNvSpPr/>
          <p:nvPr/>
        </p:nvSpPr>
        <p:spPr>
          <a:xfrm>
            <a:off x="3701706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9A90F9F-243A-4DDF-5445-EE85315FC7E9}"/>
              </a:ext>
            </a:extLst>
          </p:cNvPr>
          <p:cNvSpPr/>
          <p:nvPr/>
        </p:nvSpPr>
        <p:spPr>
          <a:xfrm>
            <a:off x="4703512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6260356-FCC9-E923-6A73-80999B490A90}"/>
              </a:ext>
            </a:extLst>
          </p:cNvPr>
          <p:cNvSpPr/>
          <p:nvPr/>
        </p:nvSpPr>
        <p:spPr>
          <a:xfrm>
            <a:off x="6619718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EB60350-C618-DDD4-E26C-29373A8ABA19}"/>
              </a:ext>
            </a:extLst>
          </p:cNvPr>
          <p:cNvSpPr/>
          <p:nvPr/>
        </p:nvSpPr>
        <p:spPr>
          <a:xfrm>
            <a:off x="7621524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125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7D38305-F5C5-C57A-67D1-13F5770510A7}"/>
              </a:ext>
            </a:extLst>
          </p:cNvPr>
          <p:cNvSpPr/>
          <p:nvPr/>
        </p:nvSpPr>
        <p:spPr>
          <a:xfrm>
            <a:off x="7785891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D6B1CE7-2156-32E4-CBA0-354CBE2865FC}"/>
              </a:ext>
            </a:extLst>
          </p:cNvPr>
          <p:cNvSpPr/>
          <p:nvPr/>
        </p:nvSpPr>
        <p:spPr>
          <a:xfrm>
            <a:off x="6619718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7CDBF93-DFF6-07C4-8ED0-0D89BB02BD41}"/>
              </a:ext>
            </a:extLst>
          </p:cNvPr>
          <p:cNvSpPr/>
          <p:nvPr/>
        </p:nvSpPr>
        <p:spPr>
          <a:xfrm>
            <a:off x="7621524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4B67DD8-82CB-EB04-6884-914E7DF0A946}"/>
              </a:ext>
            </a:extLst>
          </p:cNvPr>
          <p:cNvSpPr/>
          <p:nvPr/>
        </p:nvSpPr>
        <p:spPr>
          <a:xfrm>
            <a:off x="9211743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F02F688-E284-4125-9EF4-373875244A67}"/>
              </a:ext>
            </a:extLst>
          </p:cNvPr>
          <p:cNvSpPr/>
          <p:nvPr/>
        </p:nvSpPr>
        <p:spPr>
          <a:xfrm>
            <a:off x="10213549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35CD044-8C1D-DC8E-8BC0-9E58D9504D72}"/>
              </a:ext>
            </a:extLst>
          </p:cNvPr>
          <p:cNvSpPr/>
          <p:nvPr/>
        </p:nvSpPr>
        <p:spPr>
          <a:xfrm>
            <a:off x="10377916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227D357-E51D-49C5-16CE-A418D023A0A1}"/>
              </a:ext>
            </a:extLst>
          </p:cNvPr>
          <p:cNvSpPr/>
          <p:nvPr/>
        </p:nvSpPr>
        <p:spPr>
          <a:xfrm>
            <a:off x="9211743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9C6B88A-A9ED-B8D7-051D-3C202D3D7E05}"/>
              </a:ext>
            </a:extLst>
          </p:cNvPr>
          <p:cNvSpPr/>
          <p:nvPr/>
        </p:nvSpPr>
        <p:spPr>
          <a:xfrm>
            <a:off x="10213549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F0141DC6-DC13-B545-9536-C68B35FB2770}"/>
              </a:ext>
            </a:extLst>
          </p:cNvPr>
          <p:cNvCxnSpPr>
            <a:cxnSpLocks/>
            <a:stCxn id="6" idx="3"/>
            <a:endCxn id="39" idx="1"/>
          </p:cNvCxnSpPr>
          <p:nvPr/>
        </p:nvCxnSpPr>
        <p:spPr>
          <a:xfrm>
            <a:off x="3025887" y="3144996"/>
            <a:ext cx="675819" cy="1250601"/>
          </a:xfrm>
          <a:prstGeom prst="curvedConnector3">
            <a:avLst>
              <a:gd name="adj1" fmla="val 38725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E3B37FFC-113C-11FF-5616-307F7A561B9D}"/>
              </a:ext>
            </a:extLst>
          </p:cNvPr>
          <p:cNvCxnSpPr>
            <a:cxnSpLocks/>
            <a:stCxn id="40" idx="3"/>
            <a:endCxn id="44" idx="2"/>
          </p:cNvCxnSpPr>
          <p:nvPr/>
        </p:nvCxnSpPr>
        <p:spPr>
          <a:xfrm flipV="1">
            <a:off x="5617912" y="3602196"/>
            <a:ext cx="1459006" cy="793401"/>
          </a:xfrm>
          <a:prstGeom prst="curved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CE5A0988-7B06-470B-1BDA-3B2F720C8C8F}"/>
              </a:ext>
            </a:extLst>
          </p:cNvPr>
          <p:cNvCxnSpPr>
            <a:cxnSpLocks/>
            <a:stCxn id="45" idx="3"/>
            <a:endCxn id="3" idx="1"/>
          </p:cNvCxnSpPr>
          <p:nvPr/>
        </p:nvCxnSpPr>
        <p:spPr>
          <a:xfrm flipV="1">
            <a:off x="8535924" y="2342393"/>
            <a:ext cx="675819" cy="802603"/>
          </a:xfrm>
          <a:prstGeom prst="curvedConnector3">
            <a:avLst>
              <a:gd name="adj1" fmla="val 50000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9F984955-2B17-3581-D817-6BDF76FFB2BF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61C94AA-FC1A-C8FC-A2EC-09B2F26E15F2}"/>
              </a:ext>
            </a:extLst>
          </p:cNvPr>
          <p:cNvSpPr/>
          <p:nvPr/>
        </p:nvSpPr>
        <p:spPr>
          <a:xfrm>
            <a:off x="9211743" y="1885193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“X”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55E228-5F22-FE37-379D-2C78FB3F93EB}"/>
              </a:ext>
            </a:extLst>
          </p:cNvPr>
          <p:cNvSpPr/>
          <p:nvPr/>
        </p:nvSpPr>
        <p:spPr>
          <a:xfrm>
            <a:off x="10213549" y="1885193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130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  <a:b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endParaRPr lang="en-PH" sz="1300" b="1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09458B-4F31-BE4A-7C23-8BC73DB9FAE4}"/>
              </a:ext>
            </a:extLst>
          </p:cNvPr>
          <p:cNvSpPr/>
          <p:nvPr/>
        </p:nvSpPr>
        <p:spPr>
          <a:xfrm>
            <a:off x="10377916" y="2859719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A3066A-AC61-392D-1F63-4706FE09CCC8}"/>
              </a:ext>
            </a:extLst>
          </p:cNvPr>
          <p:cNvSpPr/>
          <p:nvPr/>
        </p:nvSpPr>
        <p:spPr>
          <a:xfrm>
            <a:off x="9211743" y="1441646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A439C5-B7E2-27C6-62C7-3DAE61B2B137}"/>
              </a:ext>
            </a:extLst>
          </p:cNvPr>
          <p:cNvSpPr/>
          <p:nvPr/>
        </p:nvSpPr>
        <p:spPr>
          <a:xfrm>
            <a:off x="10213549" y="1441645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D37773CF-CEE3-ABE8-5623-D120607EE71F}"/>
              </a:ext>
            </a:extLst>
          </p:cNvPr>
          <p:cNvSpPr/>
          <p:nvPr/>
        </p:nvSpPr>
        <p:spPr>
          <a:xfrm>
            <a:off x="9514033" y="463237"/>
            <a:ext cx="484632" cy="97840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390A8D-F79F-F63D-06F8-9BC450327E1D}"/>
              </a:ext>
            </a:extLst>
          </p:cNvPr>
          <p:cNvSpPr txBox="1"/>
          <p:nvPr/>
        </p:nvSpPr>
        <p:spPr>
          <a:xfrm>
            <a:off x="10213549" y="681604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92D050"/>
                </a:solidFill>
              </a:rPr>
              <a:t>INSERT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0447B6-ECA0-7126-EE2C-FD0999735129}"/>
              </a:ext>
            </a:extLst>
          </p:cNvPr>
          <p:cNvSpPr txBox="1"/>
          <p:nvPr/>
        </p:nvSpPr>
        <p:spPr>
          <a:xfrm>
            <a:off x="3025887" y="5311871"/>
            <a:ext cx="65080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In this example, we just need to change the third node to point to our new node.</a:t>
            </a:r>
          </a:p>
        </p:txBody>
      </p:sp>
    </p:spTree>
    <p:extLst>
      <p:ext uri="{BB962C8B-B14F-4D97-AF65-F5344CB8AC3E}">
        <p14:creationId xmlns:p14="http://schemas.microsoft.com/office/powerpoint/2010/main" val="2343058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BFE923-B553-61E9-0251-B35F36222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0B08B1-2E88-983F-5417-43A365559FC3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332F4F-AD22-AA27-613F-7AE10CA4F0A9}"/>
              </a:ext>
            </a:extLst>
          </p:cNvPr>
          <p:cNvSpPr/>
          <p:nvPr/>
        </p:nvSpPr>
        <p:spPr>
          <a:xfrm>
            <a:off x="2111487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B321B6-E53A-B47D-F884-C0C211C5CCDC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6C2E454-8075-6DB6-3483-F74AE6F49749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15CA2A-7A94-8B52-F97E-EF0FDB711433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EA62D5C-8DE1-1637-A458-826E16A35231}"/>
              </a:ext>
            </a:extLst>
          </p:cNvPr>
          <p:cNvSpPr/>
          <p:nvPr/>
        </p:nvSpPr>
        <p:spPr>
          <a:xfrm>
            <a:off x="3701706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3FBD275-6C86-004D-0E73-5ECC3E340F4B}"/>
              </a:ext>
            </a:extLst>
          </p:cNvPr>
          <p:cNvSpPr/>
          <p:nvPr/>
        </p:nvSpPr>
        <p:spPr>
          <a:xfrm>
            <a:off x="4703512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124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BC41CE-FDEB-ACE2-FF01-1F90B3E3936E}"/>
              </a:ext>
            </a:extLst>
          </p:cNvPr>
          <p:cNvSpPr/>
          <p:nvPr/>
        </p:nvSpPr>
        <p:spPr>
          <a:xfrm>
            <a:off x="4867879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0993A2B-4CAC-58B9-A747-65C1AE097E4F}"/>
              </a:ext>
            </a:extLst>
          </p:cNvPr>
          <p:cNvSpPr/>
          <p:nvPr/>
        </p:nvSpPr>
        <p:spPr>
          <a:xfrm>
            <a:off x="3701706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CB5F074-15A9-7200-ECEF-45C0B245A069}"/>
              </a:ext>
            </a:extLst>
          </p:cNvPr>
          <p:cNvSpPr/>
          <p:nvPr/>
        </p:nvSpPr>
        <p:spPr>
          <a:xfrm>
            <a:off x="4703512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FD64498-CD8E-40E0-A7B0-89D345BF8445}"/>
              </a:ext>
            </a:extLst>
          </p:cNvPr>
          <p:cNvSpPr/>
          <p:nvPr/>
        </p:nvSpPr>
        <p:spPr>
          <a:xfrm>
            <a:off x="6619718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1D11A72-E600-1D81-B09B-31FD3B929CF5}"/>
              </a:ext>
            </a:extLst>
          </p:cNvPr>
          <p:cNvSpPr/>
          <p:nvPr/>
        </p:nvSpPr>
        <p:spPr>
          <a:xfrm>
            <a:off x="7621524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125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7BE77E4-714A-DAC4-CFE3-83CD4623F689}"/>
              </a:ext>
            </a:extLst>
          </p:cNvPr>
          <p:cNvSpPr/>
          <p:nvPr/>
        </p:nvSpPr>
        <p:spPr>
          <a:xfrm>
            <a:off x="7785891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E569F74-E4F3-16B4-6099-06FA0D249531}"/>
              </a:ext>
            </a:extLst>
          </p:cNvPr>
          <p:cNvSpPr/>
          <p:nvPr/>
        </p:nvSpPr>
        <p:spPr>
          <a:xfrm>
            <a:off x="6619718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CCAE26E-ACC8-06D4-9D45-FD79A568A0FB}"/>
              </a:ext>
            </a:extLst>
          </p:cNvPr>
          <p:cNvSpPr/>
          <p:nvPr/>
        </p:nvSpPr>
        <p:spPr>
          <a:xfrm>
            <a:off x="7621524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1A2AE51-B329-E14A-D8B8-6078E6CCC81C}"/>
              </a:ext>
            </a:extLst>
          </p:cNvPr>
          <p:cNvSpPr/>
          <p:nvPr/>
        </p:nvSpPr>
        <p:spPr>
          <a:xfrm>
            <a:off x="9211743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E7EB641-2711-34B2-C9D1-4552A9179547}"/>
              </a:ext>
            </a:extLst>
          </p:cNvPr>
          <p:cNvSpPr/>
          <p:nvPr/>
        </p:nvSpPr>
        <p:spPr>
          <a:xfrm>
            <a:off x="10213549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D2F7A39-EBB3-5DD1-F1AE-10F35C15F70F}"/>
              </a:ext>
            </a:extLst>
          </p:cNvPr>
          <p:cNvSpPr/>
          <p:nvPr/>
        </p:nvSpPr>
        <p:spPr>
          <a:xfrm>
            <a:off x="10377916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5B1E2C1-C9CB-65AA-5B6F-B302F746487A}"/>
              </a:ext>
            </a:extLst>
          </p:cNvPr>
          <p:cNvSpPr/>
          <p:nvPr/>
        </p:nvSpPr>
        <p:spPr>
          <a:xfrm>
            <a:off x="9211743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92E2ADB-D705-B929-79B5-D1EB55651357}"/>
              </a:ext>
            </a:extLst>
          </p:cNvPr>
          <p:cNvSpPr/>
          <p:nvPr/>
        </p:nvSpPr>
        <p:spPr>
          <a:xfrm>
            <a:off x="10213549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F8BC6AD4-D009-12F0-ACD9-5687D8D0AC80}"/>
              </a:ext>
            </a:extLst>
          </p:cNvPr>
          <p:cNvCxnSpPr>
            <a:cxnSpLocks/>
            <a:stCxn id="6" idx="3"/>
            <a:endCxn id="39" idx="1"/>
          </p:cNvCxnSpPr>
          <p:nvPr/>
        </p:nvCxnSpPr>
        <p:spPr>
          <a:xfrm>
            <a:off x="3025887" y="3144996"/>
            <a:ext cx="675819" cy="1250601"/>
          </a:xfrm>
          <a:prstGeom prst="curvedConnector3">
            <a:avLst>
              <a:gd name="adj1" fmla="val 38725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3CF39CD0-AF50-5781-DE81-2461D1246893}"/>
              </a:ext>
            </a:extLst>
          </p:cNvPr>
          <p:cNvCxnSpPr>
            <a:cxnSpLocks/>
            <a:stCxn id="40" idx="3"/>
            <a:endCxn id="44" idx="2"/>
          </p:cNvCxnSpPr>
          <p:nvPr/>
        </p:nvCxnSpPr>
        <p:spPr>
          <a:xfrm flipV="1">
            <a:off x="5617912" y="3602196"/>
            <a:ext cx="1459006" cy="793401"/>
          </a:xfrm>
          <a:prstGeom prst="curved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F53E4F36-A9B0-C1C0-657A-DC830B5313EB}"/>
              </a:ext>
            </a:extLst>
          </p:cNvPr>
          <p:cNvCxnSpPr>
            <a:cxnSpLocks/>
            <a:stCxn id="45" idx="3"/>
            <a:endCxn id="3" idx="1"/>
          </p:cNvCxnSpPr>
          <p:nvPr/>
        </p:nvCxnSpPr>
        <p:spPr>
          <a:xfrm flipV="1">
            <a:off x="8535924" y="2342393"/>
            <a:ext cx="675819" cy="802603"/>
          </a:xfrm>
          <a:prstGeom prst="curvedConnector3">
            <a:avLst>
              <a:gd name="adj1" fmla="val 50000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150C79A0-D89B-727A-43D2-E2FD0A4AD15C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6768962-E479-36F4-5662-882B26060692}"/>
              </a:ext>
            </a:extLst>
          </p:cNvPr>
          <p:cNvSpPr/>
          <p:nvPr/>
        </p:nvSpPr>
        <p:spPr>
          <a:xfrm>
            <a:off x="9211743" y="1885193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“X”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6FC8B8-A8E1-4F73-AA55-BC316264E931}"/>
              </a:ext>
            </a:extLst>
          </p:cNvPr>
          <p:cNvSpPr/>
          <p:nvPr/>
        </p:nvSpPr>
        <p:spPr>
          <a:xfrm>
            <a:off x="10213549" y="1885193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130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  <a:b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endParaRPr lang="en-PH" sz="1300" b="1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99C7CC-CDA5-CB94-5C6B-00B5FE24B824}"/>
              </a:ext>
            </a:extLst>
          </p:cNvPr>
          <p:cNvSpPr/>
          <p:nvPr/>
        </p:nvSpPr>
        <p:spPr>
          <a:xfrm>
            <a:off x="10377916" y="2859719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5924F6-EC75-9AF9-5F90-1299F2E77D8C}"/>
              </a:ext>
            </a:extLst>
          </p:cNvPr>
          <p:cNvSpPr/>
          <p:nvPr/>
        </p:nvSpPr>
        <p:spPr>
          <a:xfrm>
            <a:off x="9211743" y="1441646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5D1848-01B0-2C0B-E910-8122BD53F35F}"/>
              </a:ext>
            </a:extLst>
          </p:cNvPr>
          <p:cNvSpPr/>
          <p:nvPr/>
        </p:nvSpPr>
        <p:spPr>
          <a:xfrm>
            <a:off x="10213549" y="1441645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cxnSp>
        <p:nvCxnSpPr>
          <p:cNvPr id="2" name="Connector: Curved 1">
            <a:extLst>
              <a:ext uri="{FF2B5EF4-FFF2-40B4-BE49-F238E27FC236}">
                <a16:creationId xmlns:a16="http://schemas.microsoft.com/office/drawing/2014/main" id="{9ED083DB-F206-137E-0E7C-81DD2CC65E32}"/>
              </a:ext>
            </a:extLst>
          </p:cNvPr>
          <p:cNvCxnSpPr>
            <a:cxnSpLocks/>
            <a:stCxn id="7" idx="1"/>
            <a:endCxn id="49" idx="1"/>
          </p:cNvCxnSpPr>
          <p:nvPr/>
        </p:nvCxnSpPr>
        <p:spPr>
          <a:xfrm rot="10800000" flipV="1">
            <a:off x="9211744" y="3015579"/>
            <a:ext cx="1166173" cy="1380017"/>
          </a:xfrm>
          <a:prstGeom prst="curvedConnector3">
            <a:avLst>
              <a:gd name="adj1" fmla="val 119603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75E9352-D6B7-0854-C88F-AC5A1EF50637}"/>
              </a:ext>
            </a:extLst>
          </p:cNvPr>
          <p:cNvSpPr txBox="1"/>
          <p:nvPr/>
        </p:nvSpPr>
        <p:spPr>
          <a:xfrm>
            <a:off x="3025887" y="5311871"/>
            <a:ext cx="65080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And then make our new node point to the last node.</a:t>
            </a:r>
          </a:p>
        </p:txBody>
      </p:sp>
    </p:spTree>
    <p:extLst>
      <p:ext uri="{BB962C8B-B14F-4D97-AF65-F5344CB8AC3E}">
        <p14:creationId xmlns:p14="http://schemas.microsoft.com/office/powerpoint/2010/main" val="3386897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15ABAD-61ED-5BE6-4A91-2A9A60FD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79458B-B168-9225-37A9-7C119AC21082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AF9C0F-EF67-4DBD-645B-8BF5754A6876}"/>
              </a:ext>
            </a:extLst>
          </p:cNvPr>
          <p:cNvSpPr/>
          <p:nvPr/>
        </p:nvSpPr>
        <p:spPr>
          <a:xfrm>
            <a:off x="2111487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C906DC-D914-1C3B-222F-2140DA4C0DFE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819C90-326E-8BED-1FC3-A27541873E63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BA7309-056E-E75C-A0D2-4EFF76001E0B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22D0262-17A1-6850-20A1-1573A104AA16}"/>
              </a:ext>
            </a:extLst>
          </p:cNvPr>
          <p:cNvSpPr/>
          <p:nvPr/>
        </p:nvSpPr>
        <p:spPr>
          <a:xfrm>
            <a:off x="3701706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D07105E-466D-34B7-D447-CF21172B5A10}"/>
              </a:ext>
            </a:extLst>
          </p:cNvPr>
          <p:cNvSpPr/>
          <p:nvPr/>
        </p:nvSpPr>
        <p:spPr>
          <a:xfrm>
            <a:off x="4703512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124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E42D63F-B72A-5C7A-2B70-0C07B2D3CB1B}"/>
              </a:ext>
            </a:extLst>
          </p:cNvPr>
          <p:cNvSpPr/>
          <p:nvPr/>
        </p:nvSpPr>
        <p:spPr>
          <a:xfrm>
            <a:off x="4867879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18E014B-6F1A-926F-E079-6ED35D4596C4}"/>
              </a:ext>
            </a:extLst>
          </p:cNvPr>
          <p:cNvSpPr/>
          <p:nvPr/>
        </p:nvSpPr>
        <p:spPr>
          <a:xfrm>
            <a:off x="3701706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FEA08DC-6DD1-3DD1-47FC-EB9C01B8CF11}"/>
              </a:ext>
            </a:extLst>
          </p:cNvPr>
          <p:cNvSpPr/>
          <p:nvPr/>
        </p:nvSpPr>
        <p:spPr>
          <a:xfrm>
            <a:off x="4703512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4AF0D70-8555-C5A8-1CE8-F6E769FC3CDD}"/>
              </a:ext>
            </a:extLst>
          </p:cNvPr>
          <p:cNvSpPr/>
          <p:nvPr/>
        </p:nvSpPr>
        <p:spPr>
          <a:xfrm>
            <a:off x="6619718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5AA1874-D94D-309C-05D2-45ED7146437D}"/>
              </a:ext>
            </a:extLst>
          </p:cNvPr>
          <p:cNvSpPr/>
          <p:nvPr/>
        </p:nvSpPr>
        <p:spPr>
          <a:xfrm>
            <a:off x="7621524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125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698D6D-E7A8-7308-DC79-942F4E52B501}"/>
              </a:ext>
            </a:extLst>
          </p:cNvPr>
          <p:cNvSpPr/>
          <p:nvPr/>
        </p:nvSpPr>
        <p:spPr>
          <a:xfrm>
            <a:off x="7785891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7CFAFFB-9A09-C770-739E-A007173D9842}"/>
              </a:ext>
            </a:extLst>
          </p:cNvPr>
          <p:cNvSpPr/>
          <p:nvPr/>
        </p:nvSpPr>
        <p:spPr>
          <a:xfrm>
            <a:off x="6619718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97FF888-5E4A-3C4D-D88B-0E073F62E718}"/>
              </a:ext>
            </a:extLst>
          </p:cNvPr>
          <p:cNvSpPr/>
          <p:nvPr/>
        </p:nvSpPr>
        <p:spPr>
          <a:xfrm>
            <a:off x="7621524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EACBDBE-1C92-C62A-3700-6D499E71716D}"/>
              </a:ext>
            </a:extLst>
          </p:cNvPr>
          <p:cNvSpPr/>
          <p:nvPr/>
        </p:nvSpPr>
        <p:spPr>
          <a:xfrm>
            <a:off x="9211743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2DB8F36-F2EC-186B-C2EB-81059668F1EB}"/>
              </a:ext>
            </a:extLst>
          </p:cNvPr>
          <p:cNvSpPr/>
          <p:nvPr/>
        </p:nvSpPr>
        <p:spPr>
          <a:xfrm>
            <a:off x="10213549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69D8135-D05A-F269-8E18-2AC2B3647944}"/>
              </a:ext>
            </a:extLst>
          </p:cNvPr>
          <p:cNvSpPr/>
          <p:nvPr/>
        </p:nvSpPr>
        <p:spPr>
          <a:xfrm>
            <a:off x="10377916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958D6D9-08AA-DF46-CCE3-BDED25564BA4}"/>
              </a:ext>
            </a:extLst>
          </p:cNvPr>
          <p:cNvSpPr/>
          <p:nvPr/>
        </p:nvSpPr>
        <p:spPr>
          <a:xfrm>
            <a:off x="9211743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84A811C-1A05-AA72-7DF9-0CE1418C0EAF}"/>
              </a:ext>
            </a:extLst>
          </p:cNvPr>
          <p:cNvSpPr/>
          <p:nvPr/>
        </p:nvSpPr>
        <p:spPr>
          <a:xfrm>
            <a:off x="10213549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1418D015-BC1A-7561-C6CD-BACE0B2DBAA3}"/>
              </a:ext>
            </a:extLst>
          </p:cNvPr>
          <p:cNvCxnSpPr>
            <a:cxnSpLocks/>
            <a:stCxn id="6" idx="3"/>
            <a:endCxn id="39" idx="1"/>
          </p:cNvCxnSpPr>
          <p:nvPr/>
        </p:nvCxnSpPr>
        <p:spPr>
          <a:xfrm>
            <a:off x="3025887" y="3144996"/>
            <a:ext cx="675819" cy="1250601"/>
          </a:xfrm>
          <a:prstGeom prst="curvedConnector3">
            <a:avLst>
              <a:gd name="adj1" fmla="val 38725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AAE23043-E4B9-F01F-2523-D75ED2599D48}"/>
              </a:ext>
            </a:extLst>
          </p:cNvPr>
          <p:cNvCxnSpPr>
            <a:cxnSpLocks/>
            <a:stCxn id="40" idx="3"/>
            <a:endCxn id="44" idx="2"/>
          </p:cNvCxnSpPr>
          <p:nvPr/>
        </p:nvCxnSpPr>
        <p:spPr>
          <a:xfrm flipV="1">
            <a:off x="5617912" y="3602196"/>
            <a:ext cx="1459006" cy="793401"/>
          </a:xfrm>
          <a:prstGeom prst="curved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A4989DCB-4BB9-B932-5B49-544EF77EC22F}"/>
              </a:ext>
            </a:extLst>
          </p:cNvPr>
          <p:cNvCxnSpPr>
            <a:cxnSpLocks/>
            <a:stCxn id="45" idx="3"/>
            <a:endCxn id="49" idx="1"/>
          </p:cNvCxnSpPr>
          <p:nvPr/>
        </p:nvCxnSpPr>
        <p:spPr>
          <a:xfrm>
            <a:off x="8535924" y="3144996"/>
            <a:ext cx="675819" cy="1250601"/>
          </a:xfrm>
          <a:prstGeom prst="curvedConnector3">
            <a:avLst>
              <a:gd name="adj1" fmla="val 50000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91E5F0E2-D994-B0C1-63AE-3655FC447588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pic>
        <p:nvPicPr>
          <p:cNvPr id="3" name="Graphic 2" descr="Close with solid fill">
            <a:extLst>
              <a:ext uri="{FF2B5EF4-FFF2-40B4-BE49-F238E27FC236}">
                <a16:creationId xmlns:a16="http://schemas.microsoft.com/office/drawing/2014/main" id="{EFEF8304-8F4B-8C98-12BE-00ABDBBA3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2021" y="2385430"/>
            <a:ext cx="1459006" cy="1459006"/>
          </a:xfrm>
          <a:prstGeom prst="rect">
            <a:avLst/>
          </a:prstGeom>
        </p:spPr>
      </p:pic>
      <p:sp>
        <p:nvSpPr>
          <p:cNvPr id="7" name="Arrow: Down 1">
            <a:extLst>
              <a:ext uri="{FF2B5EF4-FFF2-40B4-BE49-F238E27FC236}">
                <a16:creationId xmlns:a16="http://schemas.microsoft.com/office/drawing/2014/main" id="{ACB587BD-F27E-0728-D297-F893ADB25E3C}"/>
              </a:ext>
            </a:extLst>
          </p:cNvPr>
          <p:cNvSpPr/>
          <p:nvPr/>
        </p:nvSpPr>
        <p:spPr>
          <a:xfrm>
            <a:off x="7301259" y="1286025"/>
            <a:ext cx="484632" cy="9784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8B6533-F0E2-ACEB-FF45-480C20135791}"/>
              </a:ext>
            </a:extLst>
          </p:cNvPr>
          <p:cNvSpPr txBox="1"/>
          <p:nvPr/>
        </p:nvSpPr>
        <p:spPr>
          <a:xfrm>
            <a:off x="8000775" y="1504392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FF0000"/>
                </a:solidFill>
              </a:rPr>
              <a:t>DELETE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8EF166-F007-334F-5A87-B777658A070F}"/>
              </a:ext>
            </a:extLst>
          </p:cNvPr>
          <p:cNvSpPr txBox="1"/>
          <p:nvPr/>
        </p:nvSpPr>
        <p:spPr>
          <a:xfrm>
            <a:off x="3025887" y="5311871"/>
            <a:ext cx="650807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Deleting a node is also very simple</a:t>
            </a:r>
          </a:p>
        </p:txBody>
      </p:sp>
    </p:spTree>
    <p:extLst>
      <p:ext uri="{BB962C8B-B14F-4D97-AF65-F5344CB8AC3E}">
        <p14:creationId xmlns:p14="http://schemas.microsoft.com/office/powerpoint/2010/main" val="173997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0A6B0-7497-60B6-D14B-C815BEC21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D21073-0136-9CAE-0D08-189CD958F77B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28CB7D-AA47-9F22-85A8-3996958E390D}"/>
              </a:ext>
            </a:extLst>
          </p:cNvPr>
          <p:cNvSpPr/>
          <p:nvPr/>
        </p:nvSpPr>
        <p:spPr>
          <a:xfrm>
            <a:off x="2111487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620B02-7C38-81ED-3E93-8D150A281CEA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0FFAEB-9AD2-7DE4-9F79-E0983A742FE1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ED11A5-C34D-748D-D360-FEDC0D45EB79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64F7256-4ACC-C877-D5DD-9D8E200C0080}"/>
              </a:ext>
            </a:extLst>
          </p:cNvPr>
          <p:cNvSpPr/>
          <p:nvPr/>
        </p:nvSpPr>
        <p:spPr>
          <a:xfrm>
            <a:off x="3701706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D940B5C-88A1-8B72-DD95-ADC5A761A34A}"/>
              </a:ext>
            </a:extLst>
          </p:cNvPr>
          <p:cNvSpPr/>
          <p:nvPr/>
        </p:nvSpPr>
        <p:spPr>
          <a:xfrm>
            <a:off x="4703512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124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3A4842-FDF8-1974-6ED0-A025A5A31126}"/>
              </a:ext>
            </a:extLst>
          </p:cNvPr>
          <p:cNvSpPr/>
          <p:nvPr/>
        </p:nvSpPr>
        <p:spPr>
          <a:xfrm>
            <a:off x="4867879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2B4F9B9-FD0F-7577-09D7-11CEC51A7652}"/>
              </a:ext>
            </a:extLst>
          </p:cNvPr>
          <p:cNvSpPr/>
          <p:nvPr/>
        </p:nvSpPr>
        <p:spPr>
          <a:xfrm>
            <a:off x="3701706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A30C1AD-04A8-D06D-8548-9CAB91D6A6FC}"/>
              </a:ext>
            </a:extLst>
          </p:cNvPr>
          <p:cNvSpPr/>
          <p:nvPr/>
        </p:nvSpPr>
        <p:spPr>
          <a:xfrm>
            <a:off x="4703512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8095BC9-13A9-15E9-B948-F9833AEF1973}"/>
              </a:ext>
            </a:extLst>
          </p:cNvPr>
          <p:cNvSpPr/>
          <p:nvPr/>
        </p:nvSpPr>
        <p:spPr>
          <a:xfrm>
            <a:off x="6619718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EB52FA3-64CE-3A7F-94C7-D4E47199021D}"/>
              </a:ext>
            </a:extLst>
          </p:cNvPr>
          <p:cNvSpPr/>
          <p:nvPr/>
        </p:nvSpPr>
        <p:spPr>
          <a:xfrm>
            <a:off x="7621524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125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AD1E465-02FF-F0AB-8BA7-4C3B0CB371C7}"/>
              </a:ext>
            </a:extLst>
          </p:cNvPr>
          <p:cNvSpPr/>
          <p:nvPr/>
        </p:nvSpPr>
        <p:spPr>
          <a:xfrm>
            <a:off x="7785891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964829D-B276-1FCD-331E-60CB02231F79}"/>
              </a:ext>
            </a:extLst>
          </p:cNvPr>
          <p:cNvSpPr/>
          <p:nvPr/>
        </p:nvSpPr>
        <p:spPr>
          <a:xfrm>
            <a:off x="6619718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34E0C7E-7886-6688-09E9-88B438AD924F}"/>
              </a:ext>
            </a:extLst>
          </p:cNvPr>
          <p:cNvSpPr/>
          <p:nvPr/>
        </p:nvSpPr>
        <p:spPr>
          <a:xfrm>
            <a:off x="7621524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8AFDBE6-76E6-EFEA-B319-BDE303973DDA}"/>
              </a:ext>
            </a:extLst>
          </p:cNvPr>
          <p:cNvSpPr/>
          <p:nvPr/>
        </p:nvSpPr>
        <p:spPr>
          <a:xfrm>
            <a:off x="9211743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378AD59-D49B-1A4D-6E6E-D24CC770C8AC}"/>
              </a:ext>
            </a:extLst>
          </p:cNvPr>
          <p:cNvSpPr/>
          <p:nvPr/>
        </p:nvSpPr>
        <p:spPr>
          <a:xfrm>
            <a:off x="10213549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4F06145-C71F-FF7D-0D4E-6B2B8A1FE0AD}"/>
              </a:ext>
            </a:extLst>
          </p:cNvPr>
          <p:cNvSpPr/>
          <p:nvPr/>
        </p:nvSpPr>
        <p:spPr>
          <a:xfrm>
            <a:off x="10377916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B6B8BBC-0DC5-1E45-7CE6-F5F73D798195}"/>
              </a:ext>
            </a:extLst>
          </p:cNvPr>
          <p:cNvSpPr/>
          <p:nvPr/>
        </p:nvSpPr>
        <p:spPr>
          <a:xfrm>
            <a:off x="9211743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ADEE1EC-75F7-BCA4-AB39-5330F9287DB6}"/>
              </a:ext>
            </a:extLst>
          </p:cNvPr>
          <p:cNvSpPr/>
          <p:nvPr/>
        </p:nvSpPr>
        <p:spPr>
          <a:xfrm>
            <a:off x="10213549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A9642F70-F7AB-C4FA-F7E8-5A327F02F32C}"/>
              </a:ext>
            </a:extLst>
          </p:cNvPr>
          <p:cNvCxnSpPr>
            <a:cxnSpLocks/>
            <a:stCxn id="6" idx="3"/>
            <a:endCxn id="39" idx="1"/>
          </p:cNvCxnSpPr>
          <p:nvPr/>
        </p:nvCxnSpPr>
        <p:spPr>
          <a:xfrm>
            <a:off x="3025887" y="3144996"/>
            <a:ext cx="675819" cy="1250601"/>
          </a:xfrm>
          <a:prstGeom prst="curvedConnector3">
            <a:avLst>
              <a:gd name="adj1" fmla="val 38725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811D5B2D-1270-773A-7A0A-B3D80359BFC8}"/>
              </a:ext>
            </a:extLst>
          </p:cNvPr>
          <p:cNvCxnSpPr>
            <a:cxnSpLocks/>
            <a:stCxn id="40" idx="3"/>
            <a:endCxn id="44" idx="2"/>
          </p:cNvCxnSpPr>
          <p:nvPr/>
        </p:nvCxnSpPr>
        <p:spPr>
          <a:xfrm flipV="1">
            <a:off x="5617912" y="3602196"/>
            <a:ext cx="1459006" cy="793401"/>
          </a:xfrm>
          <a:prstGeom prst="curved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EAE88981-AFEA-F7BC-7C66-A9BBF722F374}"/>
              </a:ext>
            </a:extLst>
          </p:cNvPr>
          <p:cNvCxnSpPr>
            <a:cxnSpLocks/>
            <a:stCxn id="45" idx="3"/>
            <a:endCxn id="49" idx="1"/>
          </p:cNvCxnSpPr>
          <p:nvPr/>
        </p:nvCxnSpPr>
        <p:spPr>
          <a:xfrm>
            <a:off x="8535924" y="3144996"/>
            <a:ext cx="675819" cy="1250601"/>
          </a:xfrm>
          <a:prstGeom prst="curvedConnector3">
            <a:avLst>
              <a:gd name="adj1" fmla="val 50000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43F465D6-3D54-4DF2-5EF0-13B158371703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pic>
        <p:nvPicPr>
          <p:cNvPr id="3" name="Graphic 2" descr="Close with solid fill">
            <a:extLst>
              <a:ext uri="{FF2B5EF4-FFF2-40B4-BE49-F238E27FC236}">
                <a16:creationId xmlns:a16="http://schemas.microsoft.com/office/drawing/2014/main" id="{C8440100-62E1-65F9-F771-1E91C627A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2021" y="2385430"/>
            <a:ext cx="1459006" cy="1459006"/>
          </a:xfrm>
          <a:prstGeom prst="rect">
            <a:avLst/>
          </a:prstGeom>
        </p:spPr>
      </p:pic>
      <p:sp>
        <p:nvSpPr>
          <p:cNvPr id="7" name="Arrow: Down 1">
            <a:extLst>
              <a:ext uri="{FF2B5EF4-FFF2-40B4-BE49-F238E27FC236}">
                <a16:creationId xmlns:a16="http://schemas.microsoft.com/office/drawing/2014/main" id="{39A49E4B-1EBE-D27C-6C5E-98313B4B650C}"/>
              </a:ext>
            </a:extLst>
          </p:cNvPr>
          <p:cNvSpPr/>
          <p:nvPr/>
        </p:nvSpPr>
        <p:spPr>
          <a:xfrm>
            <a:off x="7301259" y="1286025"/>
            <a:ext cx="484632" cy="9784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1F5257-F42E-1342-9D50-E2BCEC264D33}"/>
              </a:ext>
            </a:extLst>
          </p:cNvPr>
          <p:cNvSpPr txBox="1"/>
          <p:nvPr/>
        </p:nvSpPr>
        <p:spPr>
          <a:xfrm>
            <a:off x="8000775" y="1504392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FF0000"/>
                </a:solidFill>
              </a:rPr>
              <a:t>DELETE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0AA649-5524-57A8-41FD-8E007283C41D}"/>
              </a:ext>
            </a:extLst>
          </p:cNvPr>
          <p:cNvSpPr txBox="1"/>
          <p:nvPr/>
        </p:nvSpPr>
        <p:spPr>
          <a:xfrm>
            <a:off x="3025887" y="5311871"/>
            <a:ext cx="6508077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In this example, to delete the </a:t>
            </a:r>
            <a:r>
              <a:rPr lang="en-PH" sz="2500" b="1" dirty="0">
                <a:solidFill>
                  <a:schemeClr val="bg1"/>
                </a:solidFill>
              </a:rPr>
              <a:t>third</a:t>
            </a:r>
            <a:r>
              <a:rPr lang="en-PH" sz="2500" dirty="0">
                <a:solidFill>
                  <a:schemeClr val="bg1"/>
                </a:solidFill>
              </a:rPr>
              <a:t> </a:t>
            </a:r>
            <a:r>
              <a:rPr lang="en-PH" sz="2500" b="1" dirty="0">
                <a:solidFill>
                  <a:schemeClr val="bg1"/>
                </a:solidFill>
              </a:rPr>
              <a:t>node</a:t>
            </a:r>
            <a:r>
              <a:rPr lang="en-PH" sz="2500" dirty="0">
                <a:solidFill>
                  <a:schemeClr val="bg1"/>
                </a:solidFill>
              </a:rPr>
              <a:t>, we just need to make the </a:t>
            </a:r>
            <a:r>
              <a:rPr lang="en-PH" sz="2500" b="1" dirty="0">
                <a:solidFill>
                  <a:schemeClr val="bg1"/>
                </a:solidFill>
              </a:rPr>
              <a:t>second node </a:t>
            </a:r>
            <a:r>
              <a:rPr lang="en-PH" sz="2500" dirty="0">
                <a:solidFill>
                  <a:schemeClr val="bg1"/>
                </a:solidFill>
              </a:rPr>
              <a:t>to point where the </a:t>
            </a:r>
            <a:r>
              <a:rPr lang="en-PH" sz="2500" b="1" dirty="0">
                <a:solidFill>
                  <a:schemeClr val="bg1"/>
                </a:solidFill>
              </a:rPr>
              <a:t>last node is</a:t>
            </a:r>
            <a:r>
              <a:rPr lang="en-PH" sz="2500" dirty="0">
                <a:solidFill>
                  <a:schemeClr val="bg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50112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0594D4-B970-1607-182F-0662CF6DE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C0EE11-9E18-32A4-D97F-3E76A8C56505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95D4B9-11EE-7EAF-DD49-8C97A5605EF3}"/>
              </a:ext>
            </a:extLst>
          </p:cNvPr>
          <p:cNvSpPr/>
          <p:nvPr/>
        </p:nvSpPr>
        <p:spPr>
          <a:xfrm>
            <a:off x="2111487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3AA394-0AE9-0324-A370-7DF178616146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B262139-BA35-9FF1-BD09-D6718D0A4014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272A75-C342-B9D5-37AE-24FB50761842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3C5A72C-DCEE-FB20-8F81-52910F3FAA92}"/>
              </a:ext>
            </a:extLst>
          </p:cNvPr>
          <p:cNvSpPr/>
          <p:nvPr/>
        </p:nvSpPr>
        <p:spPr>
          <a:xfrm>
            <a:off x="3701706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10E8711-0CEE-8223-CEBA-C051B220FE93}"/>
              </a:ext>
            </a:extLst>
          </p:cNvPr>
          <p:cNvSpPr/>
          <p:nvPr/>
        </p:nvSpPr>
        <p:spPr>
          <a:xfrm>
            <a:off x="4703512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124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A370B5C-C6F4-B035-3579-0A5B5DE8F5D1}"/>
              </a:ext>
            </a:extLst>
          </p:cNvPr>
          <p:cNvSpPr/>
          <p:nvPr/>
        </p:nvSpPr>
        <p:spPr>
          <a:xfrm>
            <a:off x="4867879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68D8DF4-D8E3-56B6-9B18-5190275C9E06}"/>
              </a:ext>
            </a:extLst>
          </p:cNvPr>
          <p:cNvSpPr/>
          <p:nvPr/>
        </p:nvSpPr>
        <p:spPr>
          <a:xfrm>
            <a:off x="3701706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FB22D3B-3AFC-2277-773F-3A06FA52C86F}"/>
              </a:ext>
            </a:extLst>
          </p:cNvPr>
          <p:cNvSpPr/>
          <p:nvPr/>
        </p:nvSpPr>
        <p:spPr>
          <a:xfrm>
            <a:off x="4703512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0B291E2-AB1B-6622-29EF-430ACEA308B6}"/>
              </a:ext>
            </a:extLst>
          </p:cNvPr>
          <p:cNvSpPr/>
          <p:nvPr/>
        </p:nvSpPr>
        <p:spPr>
          <a:xfrm>
            <a:off x="6619718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8ED8BE4-DFFE-132C-59ED-1B96A492BB83}"/>
              </a:ext>
            </a:extLst>
          </p:cNvPr>
          <p:cNvSpPr/>
          <p:nvPr/>
        </p:nvSpPr>
        <p:spPr>
          <a:xfrm>
            <a:off x="7621524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125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D4843AE-12D1-053F-F818-16A3DE1A26B5}"/>
              </a:ext>
            </a:extLst>
          </p:cNvPr>
          <p:cNvSpPr/>
          <p:nvPr/>
        </p:nvSpPr>
        <p:spPr>
          <a:xfrm>
            <a:off x="7785891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8A987C4-4228-D27B-0775-92E08C1E020D}"/>
              </a:ext>
            </a:extLst>
          </p:cNvPr>
          <p:cNvSpPr/>
          <p:nvPr/>
        </p:nvSpPr>
        <p:spPr>
          <a:xfrm>
            <a:off x="6619718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D48A8E1-29A4-9D1E-7C23-776BBCCCDAB4}"/>
              </a:ext>
            </a:extLst>
          </p:cNvPr>
          <p:cNvSpPr/>
          <p:nvPr/>
        </p:nvSpPr>
        <p:spPr>
          <a:xfrm>
            <a:off x="7621524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51BC4B8-26D8-55F9-C862-FE556906C035}"/>
              </a:ext>
            </a:extLst>
          </p:cNvPr>
          <p:cNvSpPr/>
          <p:nvPr/>
        </p:nvSpPr>
        <p:spPr>
          <a:xfrm>
            <a:off x="9211743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331709F-0A88-FE6D-F6AB-5A2745808454}"/>
              </a:ext>
            </a:extLst>
          </p:cNvPr>
          <p:cNvSpPr/>
          <p:nvPr/>
        </p:nvSpPr>
        <p:spPr>
          <a:xfrm>
            <a:off x="10213549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C587EF0-11BC-3997-96AC-253C1D57DC2D}"/>
              </a:ext>
            </a:extLst>
          </p:cNvPr>
          <p:cNvSpPr/>
          <p:nvPr/>
        </p:nvSpPr>
        <p:spPr>
          <a:xfrm>
            <a:off x="10377916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91FC58-3FE8-1A43-1C66-E7A58E06E440}"/>
              </a:ext>
            </a:extLst>
          </p:cNvPr>
          <p:cNvSpPr/>
          <p:nvPr/>
        </p:nvSpPr>
        <p:spPr>
          <a:xfrm>
            <a:off x="9211743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854A756-0A66-B8FD-8060-B9F95DB81E6A}"/>
              </a:ext>
            </a:extLst>
          </p:cNvPr>
          <p:cNvSpPr/>
          <p:nvPr/>
        </p:nvSpPr>
        <p:spPr>
          <a:xfrm>
            <a:off x="10213549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D4D3DEE7-F324-EF06-29F5-F74AC8F25BF6}"/>
              </a:ext>
            </a:extLst>
          </p:cNvPr>
          <p:cNvCxnSpPr>
            <a:cxnSpLocks/>
            <a:stCxn id="6" idx="3"/>
            <a:endCxn id="39" idx="1"/>
          </p:cNvCxnSpPr>
          <p:nvPr/>
        </p:nvCxnSpPr>
        <p:spPr>
          <a:xfrm>
            <a:off x="3025887" y="3144996"/>
            <a:ext cx="675819" cy="1250601"/>
          </a:xfrm>
          <a:prstGeom prst="curvedConnector3">
            <a:avLst>
              <a:gd name="adj1" fmla="val 38725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991A233E-1DB3-8377-AF24-F08C15004557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pic>
        <p:nvPicPr>
          <p:cNvPr id="3" name="Graphic 2" descr="Close with solid fill">
            <a:extLst>
              <a:ext uri="{FF2B5EF4-FFF2-40B4-BE49-F238E27FC236}">
                <a16:creationId xmlns:a16="http://schemas.microsoft.com/office/drawing/2014/main" id="{4B548876-3A52-6E16-094B-D75EAD018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2021" y="2385430"/>
            <a:ext cx="1459006" cy="1459006"/>
          </a:xfrm>
          <a:prstGeom prst="rect">
            <a:avLst/>
          </a:prstGeom>
        </p:spPr>
      </p:pic>
      <p:sp>
        <p:nvSpPr>
          <p:cNvPr id="2" name="Arrow: Down 1">
            <a:extLst>
              <a:ext uri="{FF2B5EF4-FFF2-40B4-BE49-F238E27FC236}">
                <a16:creationId xmlns:a16="http://schemas.microsoft.com/office/drawing/2014/main" id="{56CBE7FB-1D59-CB09-547B-B3FBE351E157}"/>
              </a:ext>
            </a:extLst>
          </p:cNvPr>
          <p:cNvSpPr/>
          <p:nvPr/>
        </p:nvSpPr>
        <p:spPr>
          <a:xfrm>
            <a:off x="7301259" y="1286025"/>
            <a:ext cx="484632" cy="9784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454312-1FDB-78A2-3FE4-96DF97DCFF9C}"/>
              </a:ext>
            </a:extLst>
          </p:cNvPr>
          <p:cNvSpPr txBox="1"/>
          <p:nvPr/>
        </p:nvSpPr>
        <p:spPr>
          <a:xfrm>
            <a:off x="8000775" y="1504392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FF0000"/>
                </a:solidFill>
              </a:rPr>
              <a:t>DELETE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CFA33-7C55-9081-89AA-A0FC218D8123}"/>
              </a:ext>
            </a:extLst>
          </p:cNvPr>
          <p:cNvSpPr txBox="1"/>
          <p:nvPr/>
        </p:nvSpPr>
        <p:spPr>
          <a:xfrm>
            <a:off x="3025887" y="5311871"/>
            <a:ext cx="6508077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In this example, to delete the </a:t>
            </a:r>
            <a:r>
              <a:rPr lang="en-PH" sz="2500" b="1" dirty="0">
                <a:solidFill>
                  <a:schemeClr val="bg1"/>
                </a:solidFill>
              </a:rPr>
              <a:t>third</a:t>
            </a:r>
            <a:r>
              <a:rPr lang="en-PH" sz="2500" dirty="0">
                <a:solidFill>
                  <a:schemeClr val="bg1"/>
                </a:solidFill>
              </a:rPr>
              <a:t> </a:t>
            </a:r>
            <a:r>
              <a:rPr lang="en-PH" sz="2500" b="1" dirty="0">
                <a:solidFill>
                  <a:schemeClr val="bg1"/>
                </a:solidFill>
              </a:rPr>
              <a:t>node</a:t>
            </a:r>
            <a:r>
              <a:rPr lang="en-PH" sz="2500" dirty="0">
                <a:solidFill>
                  <a:schemeClr val="bg1"/>
                </a:solidFill>
              </a:rPr>
              <a:t>, we just need to make the </a:t>
            </a:r>
            <a:r>
              <a:rPr lang="en-PH" sz="2500" b="1" dirty="0">
                <a:solidFill>
                  <a:schemeClr val="bg1"/>
                </a:solidFill>
              </a:rPr>
              <a:t>second node </a:t>
            </a:r>
            <a:r>
              <a:rPr lang="en-PH" sz="2500" dirty="0">
                <a:solidFill>
                  <a:schemeClr val="bg1"/>
                </a:solidFill>
              </a:rPr>
              <a:t>to point where the </a:t>
            </a:r>
            <a:r>
              <a:rPr lang="en-PH" sz="2500" b="1" dirty="0">
                <a:solidFill>
                  <a:schemeClr val="bg1"/>
                </a:solidFill>
              </a:rPr>
              <a:t>last node is</a:t>
            </a:r>
            <a:r>
              <a:rPr lang="en-PH" sz="2500" dirty="0">
                <a:solidFill>
                  <a:schemeClr val="bg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03084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129CCC-300F-B756-561A-2A764F94C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289A029-2B8D-2D7D-B3BB-C8517B4028B4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89F558D-3839-A356-B46F-CCD3A60D227F}"/>
              </a:ext>
            </a:extLst>
          </p:cNvPr>
          <p:cNvSpPr/>
          <p:nvPr/>
        </p:nvSpPr>
        <p:spPr>
          <a:xfrm>
            <a:off x="2111487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531031-6F85-C5CC-0B3D-8661802454FF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5F8698-4352-FF39-A553-7BB1B10FE76F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AB0DA2-1F58-235B-0319-8A6EF32E53F8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AA27B94-4546-EE1C-867F-AB8C19761169}"/>
              </a:ext>
            </a:extLst>
          </p:cNvPr>
          <p:cNvSpPr/>
          <p:nvPr/>
        </p:nvSpPr>
        <p:spPr>
          <a:xfrm>
            <a:off x="3701706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4F4176F-6EEB-F9C2-5755-9866D1C8BCC2}"/>
              </a:ext>
            </a:extLst>
          </p:cNvPr>
          <p:cNvSpPr/>
          <p:nvPr/>
        </p:nvSpPr>
        <p:spPr>
          <a:xfrm>
            <a:off x="4703512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124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8ADDAF-2C98-6EB0-6B55-6AE5B11189E9}"/>
              </a:ext>
            </a:extLst>
          </p:cNvPr>
          <p:cNvSpPr/>
          <p:nvPr/>
        </p:nvSpPr>
        <p:spPr>
          <a:xfrm>
            <a:off x="4867879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7373F77-CAE0-EF56-3CB0-2363F2385344}"/>
              </a:ext>
            </a:extLst>
          </p:cNvPr>
          <p:cNvSpPr/>
          <p:nvPr/>
        </p:nvSpPr>
        <p:spPr>
          <a:xfrm>
            <a:off x="3701706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DEB759-55D7-0C35-CB64-CAFBC00AD99D}"/>
              </a:ext>
            </a:extLst>
          </p:cNvPr>
          <p:cNvSpPr/>
          <p:nvPr/>
        </p:nvSpPr>
        <p:spPr>
          <a:xfrm>
            <a:off x="4703512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B1BD6C1-2A2C-22B7-66B0-E565E5EEB0B5}"/>
              </a:ext>
            </a:extLst>
          </p:cNvPr>
          <p:cNvSpPr/>
          <p:nvPr/>
        </p:nvSpPr>
        <p:spPr>
          <a:xfrm>
            <a:off x="6619718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BC9CE4B-BAE4-A684-3D55-178B6588B3E7}"/>
              </a:ext>
            </a:extLst>
          </p:cNvPr>
          <p:cNvSpPr/>
          <p:nvPr/>
        </p:nvSpPr>
        <p:spPr>
          <a:xfrm>
            <a:off x="7621524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125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1158667-DD0D-4F58-8C0F-9F5A31B9AE01}"/>
              </a:ext>
            </a:extLst>
          </p:cNvPr>
          <p:cNvSpPr/>
          <p:nvPr/>
        </p:nvSpPr>
        <p:spPr>
          <a:xfrm>
            <a:off x="7785891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90B7C22-31B0-0931-AC0D-760B00ECDE40}"/>
              </a:ext>
            </a:extLst>
          </p:cNvPr>
          <p:cNvSpPr/>
          <p:nvPr/>
        </p:nvSpPr>
        <p:spPr>
          <a:xfrm>
            <a:off x="6619718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547B505-F80F-86EF-293C-241F0283B6D2}"/>
              </a:ext>
            </a:extLst>
          </p:cNvPr>
          <p:cNvSpPr/>
          <p:nvPr/>
        </p:nvSpPr>
        <p:spPr>
          <a:xfrm>
            <a:off x="7621524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7A8C25C-EA83-4621-10E1-C05F89493CB2}"/>
              </a:ext>
            </a:extLst>
          </p:cNvPr>
          <p:cNvSpPr/>
          <p:nvPr/>
        </p:nvSpPr>
        <p:spPr>
          <a:xfrm>
            <a:off x="9211743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B532669-E5EC-2486-3A01-ABFE63B82834}"/>
              </a:ext>
            </a:extLst>
          </p:cNvPr>
          <p:cNvSpPr/>
          <p:nvPr/>
        </p:nvSpPr>
        <p:spPr>
          <a:xfrm>
            <a:off x="10213549" y="393839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046B7C7-E157-052D-9433-9A17B0C83DBD}"/>
              </a:ext>
            </a:extLst>
          </p:cNvPr>
          <p:cNvSpPr/>
          <p:nvPr/>
        </p:nvSpPr>
        <p:spPr>
          <a:xfrm>
            <a:off x="10377916" y="491292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B9161F2-39F1-C5CD-1C3A-3221854AD151}"/>
              </a:ext>
            </a:extLst>
          </p:cNvPr>
          <p:cNvSpPr/>
          <p:nvPr/>
        </p:nvSpPr>
        <p:spPr>
          <a:xfrm>
            <a:off x="9211743" y="349485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C7ACF17-FF2E-9C1B-9E78-57627E6D087E}"/>
              </a:ext>
            </a:extLst>
          </p:cNvPr>
          <p:cNvSpPr/>
          <p:nvPr/>
        </p:nvSpPr>
        <p:spPr>
          <a:xfrm>
            <a:off x="10213549" y="349484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DEB217BE-6403-F887-3676-B0E3207E82C4}"/>
              </a:ext>
            </a:extLst>
          </p:cNvPr>
          <p:cNvCxnSpPr>
            <a:cxnSpLocks/>
            <a:stCxn id="6" idx="3"/>
            <a:endCxn id="39" idx="1"/>
          </p:cNvCxnSpPr>
          <p:nvPr/>
        </p:nvCxnSpPr>
        <p:spPr>
          <a:xfrm>
            <a:off x="3025887" y="3144996"/>
            <a:ext cx="675819" cy="1250601"/>
          </a:xfrm>
          <a:prstGeom prst="curvedConnector3">
            <a:avLst>
              <a:gd name="adj1" fmla="val 38725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9380F51D-2639-1148-BB57-5042289A136E}"/>
              </a:ext>
            </a:extLst>
          </p:cNvPr>
          <p:cNvCxnSpPr>
            <a:cxnSpLocks/>
            <a:stCxn id="40" idx="3"/>
            <a:endCxn id="49" idx="1"/>
          </p:cNvCxnSpPr>
          <p:nvPr/>
        </p:nvCxnSpPr>
        <p:spPr>
          <a:xfrm>
            <a:off x="5617912" y="4395597"/>
            <a:ext cx="3593831" cy="12700"/>
          </a:xfrm>
          <a:prstGeom prst="curvedConnector3">
            <a:avLst>
              <a:gd name="adj1" fmla="val 50000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34679F67-E6A7-384C-321E-0BB1FEB8ED1B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(singly)</a:t>
            </a:r>
          </a:p>
        </p:txBody>
      </p:sp>
      <p:pic>
        <p:nvPicPr>
          <p:cNvPr id="3" name="Graphic 2" descr="Close with solid fill">
            <a:extLst>
              <a:ext uri="{FF2B5EF4-FFF2-40B4-BE49-F238E27FC236}">
                <a16:creationId xmlns:a16="http://schemas.microsoft.com/office/drawing/2014/main" id="{A9C574CC-61F5-152A-5850-EB60C0CC8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2021" y="2385430"/>
            <a:ext cx="1459006" cy="1459006"/>
          </a:xfrm>
          <a:prstGeom prst="rect">
            <a:avLst/>
          </a:prstGeom>
        </p:spPr>
      </p:pic>
      <p:sp>
        <p:nvSpPr>
          <p:cNvPr id="2" name="Arrow: Down 1">
            <a:extLst>
              <a:ext uri="{FF2B5EF4-FFF2-40B4-BE49-F238E27FC236}">
                <a16:creationId xmlns:a16="http://schemas.microsoft.com/office/drawing/2014/main" id="{6162D0A3-293D-116F-B091-D33417C1BD34}"/>
              </a:ext>
            </a:extLst>
          </p:cNvPr>
          <p:cNvSpPr/>
          <p:nvPr/>
        </p:nvSpPr>
        <p:spPr>
          <a:xfrm>
            <a:off x="7301259" y="1286025"/>
            <a:ext cx="484632" cy="9784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ED56A-6287-B081-F4D3-D915A6030A6B}"/>
              </a:ext>
            </a:extLst>
          </p:cNvPr>
          <p:cNvSpPr txBox="1"/>
          <p:nvPr/>
        </p:nvSpPr>
        <p:spPr>
          <a:xfrm>
            <a:off x="8000775" y="1504392"/>
            <a:ext cx="98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800" b="1" dirty="0">
                <a:solidFill>
                  <a:srgbClr val="FF0000"/>
                </a:solidFill>
              </a:rPr>
              <a:t>DELETE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38F2B-2118-96FC-C119-9093A97A3422}"/>
              </a:ext>
            </a:extLst>
          </p:cNvPr>
          <p:cNvSpPr txBox="1"/>
          <p:nvPr/>
        </p:nvSpPr>
        <p:spPr>
          <a:xfrm>
            <a:off x="3025887" y="5311871"/>
            <a:ext cx="6508077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In this example, to delete the </a:t>
            </a:r>
            <a:r>
              <a:rPr lang="en-PH" sz="2500" b="1" dirty="0">
                <a:solidFill>
                  <a:schemeClr val="bg1"/>
                </a:solidFill>
              </a:rPr>
              <a:t>third</a:t>
            </a:r>
            <a:r>
              <a:rPr lang="en-PH" sz="2500" dirty="0">
                <a:solidFill>
                  <a:schemeClr val="bg1"/>
                </a:solidFill>
              </a:rPr>
              <a:t> </a:t>
            </a:r>
            <a:r>
              <a:rPr lang="en-PH" sz="2500" b="1" dirty="0">
                <a:solidFill>
                  <a:schemeClr val="bg1"/>
                </a:solidFill>
              </a:rPr>
              <a:t>node</a:t>
            </a:r>
            <a:r>
              <a:rPr lang="en-PH" sz="2500" dirty="0">
                <a:solidFill>
                  <a:schemeClr val="bg1"/>
                </a:solidFill>
              </a:rPr>
              <a:t>, we just need to make the </a:t>
            </a:r>
            <a:r>
              <a:rPr lang="en-PH" sz="2500" b="1" dirty="0">
                <a:solidFill>
                  <a:schemeClr val="bg1"/>
                </a:solidFill>
              </a:rPr>
              <a:t>second node </a:t>
            </a:r>
            <a:r>
              <a:rPr lang="en-PH" sz="2500" dirty="0">
                <a:solidFill>
                  <a:schemeClr val="bg1"/>
                </a:solidFill>
              </a:rPr>
              <a:t>to point where the </a:t>
            </a:r>
            <a:r>
              <a:rPr lang="en-PH" sz="2500" b="1" dirty="0">
                <a:solidFill>
                  <a:schemeClr val="bg1"/>
                </a:solidFill>
              </a:rPr>
              <a:t>last node is</a:t>
            </a:r>
            <a:r>
              <a:rPr lang="en-PH" sz="2500" dirty="0">
                <a:solidFill>
                  <a:schemeClr val="bg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53039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06EC5D-6AB3-6787-4810-C6B61346E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5D3B18-EC62-9059-0322-9783F2E333AA}"/>
              </a:ext>
            </a:extLst>
          </p:cNvPr>
          <p:cNvSpPr/>
          <p:nvPr/>
        </p:nvSpPr>
        <p:spPr>
          <a:xfrm>
            <a:off x="5644360" y="300503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F4BDEA-ACBD-30CF-F167-D0C380AB0F37}"/>
              </a:ext>
            </a:extLst>
          </p:cNvPr>
          <p:cNvSpPr/>
          <p:nvPr/>
        </p:nvSpPr>
        <p:spPr>
          <a:xfrm>
            <a:off x="6646166" y="300503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102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713EE8-213B-F07B-18AA-B7D11ED66804}"/>
              </a:ext>
            </a:extLst>
          </p:cNvPr>
          <p:cNvSpPr/>
          <p:nvPr/>
        </p:nvSpPr>
        <p:spPr>
          <a:xfrm>
            <a:off x="6810533" y="397956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3D4E0E-5164-BF6E-E576-8E68FDA4FE09}"/>
              </a:ext>
            </a:extLst>
          </p:cNvPr>
          <p:cNvSpPr/>
          <p:nvPr/>
        </p:nvSpPr>
        <p:spPr>
          <a:xfrm>
            <a:off x="5644360" y="256149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8BB6C8-AAA5-7C02-3B27-65AACC2646E8}"/>
              </a:ext>
            </a:extLst>
          </p:cNvPr>
          <p:cNvSpPr/>
          <p:nvPr/>
        </p:nvSpPr>
        <p:spPr>
          <a:xfrm>
            <a:off x="6646166" y="256148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C66FBF-CE42-3234-11EB-1D0F653E5732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(doubly)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8BFBA9A-43F8-3521-FF77-C9B4C04E9C1C}"/>
              </a:ext>
            </a:extLst>
          </p:cNvPr>
          <p:cNvSpPr/>
          <p:nvPr/>
        </p:nvSpPr>
        <p:spPr>
          <a:xfrm>
            <a:off x="4663023" y="300503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060722-3D04-634E-FFDE-B8FFDC244362}"/>
              </a:ext>
            </a:extLst>
          </p:cNvPr>
          <p:cNvSpPr/>
          <p:nvPr/>
        </p:nvSpPr>
        <p:spPr>
          <a:xfrm>
            <a:off x="4642554" y="256148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0DFCF4-C04A-E1D3-15D3-0AF8BE701F85}"/>
              </a:ext>
            </a:extLst>
          </p:cNvPr>
          <p:cNvSpPr/>
          <p:nvPr/>
        </p:nvSpPr>
        <p:spPr>
          <a:xfrm>
            <a:off x="4827390" y="397956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Prev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84ACCF-5636-4A98-39BA-7F1F03CC5A00}"/>
              </a:ext>
            </a:extLst>
          </p:cNvPr>
          <p:cNvSpPr txBox="1"/>
          <p:nvPr/>
        </p:nvSpPr>
        <p:spPr>
          <a:xfrm>
            <a:off x="3025887" y="5311871"/>
            <a:ext cx="65080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There is another type of linked list called a </a:t>
            </a:r>
            <a:r>
              <a:rPr lang="en-PH" sz="2500" b="1" dirty="0">
                <a:solidFill>
                  <a:schemeClr val="bg1"/>
                </a:solidFill>
              </a:rPr>
              <a:t>doubly linked list</a:t>
            </a:r>
          </a:p>
        </p:txBody>
      </p:sp>
    </p:spTree>
    <p:extLst>
      <p:ext uri="{BB962C8B-B14F-4D97-AF65-F5344CB8AC3E}">
        <p14:creationId xmlns:p14="http://schemas.microsoft.com/office/powerpoint/2010/main" val="34375290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64E4E2-89D4-1FD4-B518-7CB922532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24FE18-3B10-143B-A645-A2415014EFC4}"/>
              </a:ext>
            </a:extLst>
          </p:cNvPr>
          <p:cNvSpPr/>
          <p:nvPr/>
        </p:nvSpPr>
        <p:spPr>
          <a:xfrm>
            <a:off x="5644360" y="300503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9F4402-F7C5-1538-B772-6697FD506839}"/>
              </a:ext>
            </a:extLst>
          </p:cNvPr>
          <p:cNvSpPr/>
          <p:nvPr/>
        </p:nvSpPr>
        <p:spPr>
          <a:xfrm>
            <a:off x="6646166" y="300503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102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7EC71E-2DD1-B681-85A3-CB3874150720}"/>
              </a:ext>
            </a:extLst>
          </p:cNvPr>
          <p:cNvSpPr/>
          <p:nvPr/>
        </p:nvSpPr>
        <p:spPr>
          <a:xfrm>
            <a:off x="6810533" y="397956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275D28-8AF4-43D0-CF15-1712BEE618F2}"/>
              </a:ext>
            </a:extLst>
          </p:cNvPr>
          <p:cNvSpPr/>
          <p:nvPr/>
        </p:nvSpPr>
        <p:spPr>
          <a:xfrm>
            <a:off x="5644360" y="2561490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B9CBDE-185D-B7D6-1A1C-3B480545A8F7}"/>
              </a:ext>
            </a:extLst>
          </p:cNvPr>
          <p:cNvSpPr/>
          <p:nvPr/>
        </p:nvSpPr>
        <p:spPr>
          <a:xfrm>
            <a:off x="6646166" y="256148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07F52C8-53BA-6F9D-BD91-2536B273ABDF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(doubly)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9CFDA30-81B3-0798-A619-A41B9C47ABB2}"/>
              </a:ext>
            </a:extLst>
          </p:cNvPr>
          <p:cNvSpPr/>
          <p:nvPr/>
        </p:nvSpPr>
        <p:spPr>
          <a:xfrm>
            <a:off x="4663023" y="3005037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C72062-E28B-D017-7C59-F37131A2B8EB}"/>
              </a:ext>
            </a:extLst>
          </p:cNvPr>
          <p:cNvSpPr/>
          <p:nvPr/>
        </p:nvSpPr>
        <p:spPr>
          <a:xfrm>
            <a:off x="4642554" y="2561489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77B641-9016-B8BF-C6A9-B67388D5838B}"/>
              </a:ext>
            </a:extLst>
          </p:cNvPr>
          <p:cNvSpPr/>
          <p:nvPr/>
        </p:nvSpPr>
        <p:spPr>
          <a:xfrm>
            <a:off x="4827390" y="397956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Prev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31D8D3-E9EE-FBEB-F95C-CE546ED27112}"/>
              </a:ext>
            </a:extLst>
          </p:cNvPr>
          <p:cNvSpPr txBox="1"/>
          <p:nvPr/>
        </p:nvSpPr>
        <p:spPr>
          <a:xfrm>
            <a:off x="3025887" y="5311871"/>
            <a:ext cx="6508077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In a doubly linked list, a node contains the address of the</a:t>
            </a:r>
            <a:r>
              <a:rPr lang="en-PH" sz="2500" b="1" dirty="0">
                <a:solidFill>
                  <a:schemeClr val="bg1"/>
                </a:solidFill>
              </a:rPr>
              <a:t> previous node </a:t>
            </a:r>
            <a:r>
              <a:rPr lang="en-PH" sz="2500" dirty="0">
                <a:solidFill>
                  <a:schemeClr val="bg1"/>
                </a:solidFill>
              </a:rPr>
              <a:t>and the </a:t>
            </a:r>
            <a:r>
              <a:rPr lang="en-PH" sz="2500" b="1" dirty="0">
                <a:solidFill>
                  <a:schemeClr val="bg1"/>
                </a:solidFill>
              </a:rPr>
              <a:t>next node</a:t>
            </a:r>
          </a:p>
        </p:txBody>
      </p:sp>
    </p:spTree>
    <p:extLst>
      <p:ext uri="{BB962C8B-B14F-4D97-AF65-F5344CB8AC3E}">
        <p14:creationId xmlns:p14="http://schemas.microsoft.com/office/powerpoint/2010/main" val="24094237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D3DD88-013E-338E-34F6-8788101D4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C8F5AB-7B39-2BE4-6CE3-156E335DC72C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D3631D-716B-9685-5FF9-BFFD13127688}"/>
              </a:ext>
            </a:extLst>
          </p:cNvPr>
          <p:cNvSpPr/>
          <p:nvPr/>
        </p:nvSpPr>
        <p:spPr>
          <a:xfrm>
            <a:off x="2111487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102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DBA71F-ED01-E83A-41FC-47EB461C677F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D069ED-53E7-965B-C1B1-4859808E8A10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B02307-E35D-6B13-D9D9-F746436E213C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F175A260-2DCC-00B3-45AB-540F9657C141}"/>
              </a:ext>
            </a:extLst>
          </p:cNvPr>
          <p:cNvCxnSpPr>
            <a:cxnSpLocks/>
            <a:stCxn id="18" idx="2"/>
            <a:endCxn id="12" idx="1"/>
          </p:cNvCxnSpPr>
          <p:nvPr/>
        </p:nvCxnSpPr>
        <p:spPr>
          <a:xfrm rot="16200000" flipH="1">
            <a:off x="2323507" y="4219223"/>
            <a:ext cx="965325" cy="474964"/>
          </a:xfrm>
          <a:prstGeom prst="curvedConnector2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237A23CB-74DD-6452-79DE-16C2840825E1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(doubly)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94BC19-4FC5-4606-DD40-1A4DCAE44CA5}"/>
              </a:ext>
            </a:extLst>
          </p:cNvPr>
          <p:cNvSpPr/>
          <p:nvPr/>
        </p:nvSpPr>
        <p:spPr>
          <a:xfrm>
            <a:off x="128344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6CD213-FE21-58F4-DE66-4E565E1070B5}"/>
              </a:ext>
            </a:extLst>
          </p:cNvPr>
          <p:cNvSpPr/>
          <p:nvPr/>
        </p:nvSpPr>
        <p:spPr>
          <a:xfrm>
            <a:off x="107875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23281C-E4AF-D653-31D8-268333273976}"/>
              </a:ext>
            </a:extLst>
          </p:cNvPr>
          <p:cNvSpPr/>
          <p:nvPr/>
        </p:nvSpPr>
        <p:spPr>
          <a:xfrm>
            <a:off x="292711" y="3662321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Prev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51CF45-19F3-A464-2F87-14CB60A268BC}"/>
              </a:ext>
            </a:extLst>
          </p:cNvPr>
          <p:cNvSpPr/>
          <p:nvPr/>
        </p:nvSpPr>
        <p:spPr>
          <a:xfrm>
            <a:off x="4024988" y="448216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875A0D-C0F1-46D4-D788-B748ECB78852}"/>
              </a:ext>
            </a:extLst>
          </p:cNvPr>
          <p:cNvSpPr/>
          <p:nvPr/>
        </p:nvSpPr>
        <p:spPr>
          <a:xfrm>
            <a:off x="5026794" y="448216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  <a:endParaRPr lang="en-PH" sz="1300" b="1" dirty="0">
              <a:solidFill>
                <a:srgbClr val="92D05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39E59B-D39E-ABB3-6549-6DB6E96FF9C2}"/>
              </a:ext>
            </a:extLst>
          </p:cNvPr>
          <p:cNvSpPr/>
          <p:nvPr/>
        </p:nvSpPr>
        <p:spPr>
          <a:xfrm>
            <a:off x="5191161" y="5456694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27B276-A68E-3263-784C-A74A4E012BEF}"/>
              </a:ext>
            </a:extLst>
          </p:cNvPr>
          <p:cNvSpPr/>
          <p:nvPr/>
        </p:nvSpPr>
        <p:spPr>
          <a:xfrm>
            <a:off x="4024988" y="4038621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416862-1759-4417-E210-AD7C766F6B7E}"/>
              </a:ext>
            </a:extLst>
          </p:cNvPr>
          <p:cNvSpPr/>
          <p:nvPr/>
        </p:nvSpPr>
        <p:spPr>
          <a:xfrm>
            <a:off x="5026794" y="4038620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83C2902-1BC0-2C80-8ED1-75572DD310D0}"/>
              </a:ext>
            </a:extLst>
          </p:cNvPr>
          <p:cNvSpPr/>
          <p:nvPr/>
        </p:nvSpPr>
        <p:spPr>
          <a:xfrm>
            <a:off x="3043651" y="448216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101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CCBF8C-F6DD-DDAD-C51B-D229CB04512F}"/>
              </a:ext>
            </a:extLst>
          </p:cNvPr>
          <p:cNvSpPr/>
          <p:nvPr/>
        </p:nvSpPr>
        <p:spPr>
          <a:xfrm>
            <a:off x="3023182" y="4038620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52988-EC93-90CD-B94D-A611438BCCCE}"/>
              </a:ext>
            </a:extLst>
          </p:cNvPr>
          <p:cNvSpPr/>
          <p:nvPr/>
        </p:nvSpPr>
        <p:spPr>
          <a:xfrm>
            <a:off x="3208018" y="545669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Prev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B84C33-2B93-26EC-7BD5-668BD41B39FA}"/>
              </a:ext>
            </a:extLst>
          </p:cNvPr>
          <p:cNvSpPr txBox="1"/>
          <p:nvPr/>
        </p:nvSpPr>
        <p:spPr>
          <a:xfrm>
            <a:off x="802433" y="5768414"/>
            <a:ext cx="1045961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In this example, the </a:t>
            </a:r>
            <a:r>
              <a:rPr lang="en-PH" sz="2500" b="1" dirty="0">
                <a:solidFill>
                  <a:schemeClr val="bg1"/>
                </a:solidFill>
              </a:rPr>
              <a:t>first node </a:t>
            </a:r>
            <a:r>
              <a:rPr lang="en-PH" sz="2500" dirty="0">
                <a:solidFill>
                  <a:schemeClr val="bg1"/>
                </a:solidFill>
              </a:rPr>
              <a:t>points to </a:t>
            </a:r>
            <a:r>
              <a:rPr lang="en-PH" sz="25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PH" sz="2500" dirty="0">
                <a:solidFill>
                  <a:schemeClr val="bg1"/>
                </a:solidFill>
              </a:rPr>
              <a:t> and the address of the </a:t>
            </a:r>
            <a:r>
              <a:rPr lang="en-PH" sz="2500" b="1" dirty="0">
                <a:solidFill>
                  <a:schemeClr val="bg1"/>
                </a:solidFill>
              </a:rPr>
              <a:t>second node</a:t>
            </a:r>
            <a:r>
              <a:rPr lang="en-PH" sz="2500" dirty="0">
                <a:solidFill>
                  <a:schemeClr val="bg1"/>
                </a:solidFill>
              </a:rPr>
              <a:t>.</a:t>
            </a:r>
            <a:endParaRPr lang="en-PH" sz="2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2707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779547-F3CF-49E2-F0FE-954A25EE7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BB7D5A-15D2-A5E1-6987-E209977F371B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64D2B4-1CEA-28DF-C6DE-A3430201431F}"/>
              </a:ext>
            </a:extLst>
          </p:cNvPr>
          <p:cNvSpPr/>
          <p:nvPr/>
        </p:nvSpPr>
        <p:spPr>
          <a:xfrm>
            <a:off x="2111487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102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164980-CC99-8F10-E42F-ABF86A6613B1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0A4782-365F-6A73-53B8-BBE73A1C6F4D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7FD30F-02CE-768C-7223-C08804061E7B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9464A5B1-78D6-49EF-F1D3-ED035AF8CC5C}"/>
              </a:ext>
            </a:extLst>
          </p:cNvPr>
          <p:cNvCxnSpPr>
            <a:cxnSpLocks/>
            <a:stCxn id="18" idx="2"/>
            <a:endCxn id="12" idx="1"/>
          </p:cNvCxnSpPr>
          <p:nvPr/>
        </p:nvCxnSpPr>
        <p:spPr>
          <a:xfrm rot="16200000" flipH="1">
            <a:off x="2323507" y="4219223"/>
            <a:ext cx="965325" cy="474964"/>
          </a:xfrm>
          <a:prstGeom prst="curvedConnector2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368EA845-6D6E-74E8-30D6-585691E435EA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(doubly)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9109B57-F468-220F-E412-5F33D13A316D}"/>
              </a:ext>
            </a:extLst>
          </p:cNvPr>
          <p:cNvSpPr/>
          <p:nvPr/>
        </p:nvSpPr>
        <p:spPr>
          <a:xfrm>
            <a:off x="128344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7ED8F4-0682-B742-8B84-65E93DC82949}"/>
              </a:ext>
            </a:extLst>
          </p:cNvPr>
          <p:cNvSpPr/>
          <p:nvPr/>
        </p:nvSpPr>
        <p:spPr>
          <a:xfrm>
            <a:off x="107875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95B4E0-5D90-4DDD-9B07-D4079021DDE8}"/>
              </a:ext>
            </a:extLst>
          </p:cNvPr>
          <p:cNvSpPr/>
          <p:nvPr/>
        </p:nvSpPr>
        <p:spPr>
          <a:xfrm>
            <a:off x="292711" y="3662321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Prev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F9F3E0-51E0-5AFA-5500-9B981215A10C}"/>
              </a:ext>
            </a:extLst>
          </p:cNvPr>
          <p:cNvSpPr/>
          <p:nvPr/>
        </p:nvSpPr>
        <p:spPr>
          <a:xfrm>
            <a:off x="4024988" y="448216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333EF8-E4A3-3588-79CE-6D889EB856C7}"/>
              </a:ext>
            </a:extLst>
          </p:cNvPr>
          <p:cNvSpPr/>
          <p:nvPr/>
        </p:nvSpPr>
        <p:spPr>
          <a:xfrm>
            <a:off x="5026794" y="448216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103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FBEEE7-C7F0-C3F1-563D-4E0989C02E3F}"/>
              </a:ext>
            </a:extLst>
          </p:cNvPr>
          <p:cNvSpPr/>
          <p:nvPr/>
        </p:nvSpPr>
        <p:spPr>
          <a:xfrm>
            <a:off x="5191161" y="5456694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D127B1-57C8-4BC6-2BC0-A6AC6AD96181}"/>
              </a:ext>
            </a:extLst>
          </p:cNvPr>
          <p:cNvSpPr/>
          <p:nvPr/>
        </p:nvSpPr>
        <p:spPr>
          <a:xfrm>
            <a:off x="4024988" y="4038621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1DB693-76F1-2EA2-12A5-197D66338C01}"/>
              </a:ext>
            </a:extLst>
          </p:cNvPr>
          <p:cNvSpPr/>
          <p:nvPr/>
        </p:nvSpPr>
        <p:spPr>
          <a:xfrm>
            <a:off x="5026794" y="4038620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3921411-49CC-3B9A-981A-17AB807D3938}"/>
              </a:ext>
            </a:extLst>
          </p:cNvPr>
          <p:cNvSpPr/>
          <p:nvPr/>
        </p:nvSpPr>
        <p:spPr>
          <a:xfrm>
            <a:off x="3043651" y="448216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101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A8E2C3-778C-6ADF-D52E-40B4A7345EB6}"/>
              </a:ext>
            </a:extLst>
          </p:cNvPr>
          <p:cNvSpPr/>
          <p:nvPr/>
        </p:nvSpPr>
        <p:spPr>
          <a:xfrm>
            <a:off x="3023182" y="4038620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6E3C77-D3E1-BB82-A047-7B36347531C6}"/>
              </a:ext>
            </a:extLst>
          </p:cNvPr>
          <p:cNvSpPr/>
          <p:nvPr/>
        </p:nvSpPr>
        <p:spPr>
          <a:xfrm>
            <a:off x="3208018" y="545669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Prev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596CCFE-D603-F053-8B4F-9584118184E4}"/>
              </a:ext>
            </a:extLst>
          </p:cNvPr>
          <p:cNvSpPr/>
          <p:nvPr/>
        </p:nvSpPr>
        <p:spPr>
          <a:xfrm>
            <a:off x="7155912" y="2687795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D4D4703-E7E1-ABBF-3D1F-9A723670C07F}"/>
              </a:ext>
            </a:extLst>
          </p:cNvPr>
          <p:cNvSpPr/>
          <p:nvPr/>
        </p:nvSpPr>
        <p:spPr>
          <a:xfrm>
            <a:off x="8157718" y="2687795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5023E2-1045-CA0D-6449-19BAE2BFA2FA}"/>
              </a:ext>
            </a:extLst>
          </p:cNvPr>
          <p:cNvSpPr/>
          <p:nvPr/>
        </p:nvSpPr>
        <p:spPr>
          <a:xfrm>
            <a:off x="8322085" y="3662321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595197-5C0D-2202-FC64-E8E9505A224E}"/>
              </a:ext>
            </a:extLst>
          </p:cNvPr>
          <p:cNvSpPr/>
          <p:nvPr/>
        </p:nvSpPr>
        <p:spPr>
          <a:xfrm>
            <a:off x="7155912" y="2244248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0AEF77-57C1-EDDC-CB1F-805B914F9EA2}"/>
              </a:ext>
            </a:extLst>
          </p:cNvPr>
          <p:cNvSpPr/>
          <p:nvPr/>
        </p:nvSpPr>
        <p:spPr>
          <a:xfrm>
            <a:off x="8157718" y="2244247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ECB8C0A-B492-34E0-7059-0F9765745888}"/>
              </a:ext>
            </a:extLst>
          </p:cNvPr>
          <p:cNvSpPr/>
          <p:nvPr/>
        </p:nvSpPr>
        <p:spPr>
          <a:xfrm>
            <a:off x="6174575" y="2687795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102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3D218A-C2EC-2364-6A16-4329C7462A16}"/>
              </a:ext>
            </a:extLst>
          </p:cNvPr>
          <p:cNvSpPr/>
          <p:nvPr/>
        </p:nvSpPr>
        <p:spPr>
          <a:xfrm>
            <a:off x="6154106" y="2244247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2945D1-312A-F232-CE92-475235F3C780}"/>
              </a:ext>
            </a:extLst>
          </p:cNvPr>
          <p:cNvSpPr/>
          <p:nvPr/>
        </p:nvSpPr>
        <p:spPr>
          <a:xfrm>
            <a:off x="6338942" y="3662320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Prev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54D40784-2A4C-2473-FB87-CB93527AF4FC}"/>
              </a:ext>
            </a:extLst>
          </p:cNvPr>
          <p:cNvCxnSpPr>
            <a:cxnSpLocks/>
            <a:stCxn id="8" idx="3"/>
            <a:endCxn id="25" idx="2"/>
          </p:cNvCxnSpPr>
          <p:nvPr/>
        </p:nvCxnSpPr>
        <p:spPr>
          <a:xfrm flipV="1">
            <a:off x="5941194" y="3974041"/>
            <a:ext cx="690581" cy="965327"/>
          </a:xfrm>
          <a:prstGeom prst="curvedConnector2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D58FC3F-4F13-192F-6356-90D99A29AC6A}"/>
              </a:ext>
            </a:extLst>
          </p:cNvPr>
          <p:cNvSpPr txBox="1"/>
          <p:nvPr/>
        </p:nvSpPr>
        <p:spPr>
          <a:xfrm>
            <a:off x="802433" y="5768414"/>
            <a:ext cx="1045961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In this example, the </a:t>
            </a:r>
            <a:r>
              <a:rPr lang="en-PH" sz="2500" b="1" dirty="0">
                <a:solidFill>
                  <a:schemeClr val="bg1"/>
                </a:solidFill>
              </a:rPr>
              <a:t>second node </a:t>
            </a:r>
            <a:r>
              <a:rPr lang="en-PH" sz="2500" dirty="0">
                <a:solidFill>
                  <a:schemeClr val="bg1"/>
                </a:solidFill>
              </a:rPr>
              <a:t>points to </a:t>
            </a:r>
            <a:r>
              <a:rPr lang="en-PH" sz="25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</a:t>
            </a:r>
            <a:r>
              <a:rPr lang="en-PH" sz="2500" dirty="0">
                <a:solidFill>
                  <a:schemeClr val="bg1"/>
                </a:solidFill>
              </a:rPr>
              <a:t> first node and the third node.  </a:t>
            </a:r>
            <a:endParaRPr lang="en-PH" sz="2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0743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38A9B1-C93A-A0DC-E03E-483CB5929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810BF7-146B-8AB5-CD8C-52A45F2D7D0B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4B6532A-9494-6821-481B-67E6CC29EE5D}"/>
              </a:ext>
            </a:extLst>
          </p:cNvPr>
          <p:cNvSpPr/>
          <p:nvPr/>
        </p:nvSpPr>
        <p:spPr>
          <a:xfrm>
            <a:off x="2111487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102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CF38E9-5EC1-E263-AC90-2F110816CCF2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1D7A35-5F42-D460-A483-66F556ADB591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BAFEE4-AA2D-2A25-CA89-53AF4FFC2DC1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46EB3ADD-A9FF-F0F7-3443-CB0FCDD17656}"/>
              </a:ext>
            </a:extLst>
          </p:cNvPr>
          <p:cNvCxnSpPr>
            <a:cxnSpLocks/>
            <a:stCxn id="18" idx="2"/>
            <a:endCxn id="12" idx="1"/>
          </p:cNvCxnSpPr>
          <p:nvPr/>
        </p:nvCxnSpPr>
        <p:spPr>
          <a:xfrm rot="16200000" flipH="1">
            <a:off x="2323507" y="4219223"/>
            <a:ext cx="965325" cy="474964"/>
          </a:xfrm>
          <a:prstGeom prst="curvedConnector2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DD5E7529-CB9D-4F44-471F-C7B2ABC1463E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(doubly)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9C106D5-A33F-72E6-B09B-6C235D634A30}"/>
              </a:ext>
            </a:extLst>
          </p:cNvPr>
          <p:cNvSpPr/>
          <p:nvPr/>
        </p:nvSpPr>
        <p:spPr>
          <a:xfrm>
            <a:off x="128344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5E459C-D7FA-0C55-C6B1-7806D7112B60}"/>
              </a:ext>
            </a:extLst>
          </p:cNvPr>
          <p:cNvSpPr/>
          <p:nvPr/>
        </p:nvSpPr>
        <p:spPr>
          <a:xfrm>
            <a:off x="107875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F80074-7AA2-3446-1F60-02FFB0130865}"/>
              </a:ext>
            </a:extLst>
          </p:cNvPr>
          <p:cNvSpPr/>
          <p:nvPr/>
        </p:nvSpPr>
        <p:spPr>
          <a:xfrm>
            <a:off x="292711" y="3662321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Prev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5A63C7-47B5-3DDB-16B6-BEA857743A71}"/>
              </a:ext>
            </a:extLst>
          </p:cNvPr>
          <p:cNvSpPr/>
          <p:nvPr/>
        </p:nvSpPr>
        <p:spPr>
          <a:xfrm>
            <a:off x="4024988" y="448216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E82AE8-4AF4-6F6D-2D8C-8484E2E32653}"/>
              </a:ext>
            </a:extLst>
          </p:cNvPr>
          <p:cNvSpPr/>
          <p:nvPr/>
        </p:nvSpPr>
        <p:spPr>
          <a:xfrm>
            <a:off x="5026794" y="448216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103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498403-D99D-E773-3BA8-9AD63B1E5C43}"/>
              </a:ext>
            </a:extLst>
          </p:cNvPr>
          <p:cNvSpPr/>
          <p:nvPr/>
        </p:nvSpPr>
        <p:spPr>
          <a:xfrm>
            <a:off x="5191161" y="5456694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2E8789-3E20-D958-259E-2014391EAB80}"/>
              </a:ext>
            </a:extLst>
          </p:cNvPr>
          <p:cNvSpPr/>
          <p:nvPr/>
        </p:nvSpPr>
        <p:spPr>
          <a:xfrm>
            <a:off x="4024988" y="4038621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CFD930-D320-129F-7ADA-C3DC8F3D78A2}"/>
              </a:ext>
            </a:extLst>
          </p:cNvPr>
          <p:cNvSpPr/>
          <p:nvPr/>
        </p:nvSpPr>
        <p:spPr>
          <a:xfrm>
            <a:off x="5026794" y="4038620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5AA1BD-68DB-3124-EDD9-32640B1C50D9}"/>
              </a:ext>
            </a:extLst>
          </p:cNvPr>
          <p:cNvSpPr/>
          <p:nvPr/>
        </p:nvSpPr>
        <p:spPr>
          <a:xfrm>
            <a:off x="3043651" y="448216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101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3819A0-4BAF-9BC3-01ED-F92FFB7227B8}"/>
              </a:ext>
            </a:extLst>
          </p:cNvPr>
          <p:cNvSpPr/>
          <p:nvPr/>
        </p:nvSpPr>
        <p:spPr>
          <a:xfrm>
            <a:off x="3023182" y="4038620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24F6B4-E68A-97A6-D1CB-DB730C601423}"/>
              </a:ext>
            </a:extLst>
          </p:cNvPr>
          <p:cNvSpPr/>
          <p:nvPr/>
        </p:nvSpPr>
        <p:spPr>
          <a:xfrm>
            <a:off x="3208018" y="545669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Prev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18E10E2-B7E6-A39D-B264-8EF41B3FE687}"/>
              </a:ext>
            </a:extLst>
          </p:cNvPr>
          <p:cNvSpPr/>
          <p:nvPr/>
        </p:nvSpPr>
        <p:spPr>
          <a:xfrm>
            <a:off x="7155912" y="2687795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52FCFC1-5304-824D-33EF-20F829D24F2D}"/>
              </a:ext>
            </a:extLst>
          </p:cNvPr>
          <p:cNvSpPr/>
          <p:nvPr/>
        </p:nvSpPr>
        <p:spPr>
          <a:xfrm>
            <a:off x="8157718" y="2687795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939047-A1DB-4970-F32C-F492EABC3480}"/>
              </a:ext>
            </a:extLst>
          </p:cNvPr>
          <p:cNvSpPr/>
          <p:nvPr/>
        </p:nvSpPr>
        <p:spPr>
          <a:xfrm>
            <a:off x="8322085" y="3662321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400250-BC9C-1486-C911-55DC3F50F0BB}"/>
              </a:ext>
            </a:extLst>
          </p:cNvPr>
          <p:cNvSpPr/>
          <p:nvPr/>
        </p:nvSpPr>
        <p:spPr>
          <a:xfrm>
            <a:off x="7155912" y="2244248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6FD102-D96C-6D3E-F300-F0A6AB26F2B0}"/>
              </a:ext>
            </a:extLst>
          </p:cNvPr>
          <p:cNvSpPr/>
          <p:nvPr/>
        </p:nvSpPr>
        <p:spPr>
          <a:xfrm>
            <a:off x="8157718" y="2244247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BFEC244-73F4-BE8E-39A0-918D38E6279E}"/>
              </a:ext>
            </a:extLst>
          </p:cNvPr>
          <p:cNvSpPr/>
          <p:nvPr/>
        </p:nvSpPr>
        <p:spPr>
          <a:xfrm>
            <a:off x="6174575" y="2687795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102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FC29E8-5615-8E58-2F8A-6F9C3E0C3A59}"/>
              </a:ext>
            </a:extLst>
          </p:cNvPr>
          <p:cNvSpPr/>
          <p:nvPr/>
        </p:nvSpPr>
        <p:spPr>
          <a:xfrm>
            <a:off x="6154106" y="2244247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E9EE81-1D10-C5D1-BE1C-F78A9E41A56B}"/>
              </a:ext>
            </a:extLst>
          </p:cNvPr>
          <p:cNvSpPr/>
          <p:nvPr/>
        </p:nvSpPr>
        <p:spPr>
          <a:xfrm>
            <a:off x="6338942" y="3662320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Prev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0AA9C9C8-F10E-F28C-61DD-028D352BB1CD}"/>
              </a:ext>
            </a:extLst>
          </p:cNvPr>
          <p:cNvCxnSpPr>
            <a:cxnSpLocks/>
            <a:stCxn id="8" idx="3"/>
            <a:endCxn id="25" idx="2"/>
          </p:cNvCxnSpPr>
          <p:nvPr/>
        </p:nvCxnSpPr>
        <p:spPr>
          <a:xfrm flipV="1">
            <a:off x="5941194" y="3974041"/>
            <a:ext cx="690581" cy="965327"/>
          </a:xfrm>
          <a:prstGeom prst="curvedConnector2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6B7B833-AAE1-A207-8C37-3B3AAE94D5F6}"/>
              </a:ext>
            </a:extLst>
          </p:cNvPr>
          <p:cNvSpPr txBox="1"/>
          <p:nvPr/>
        </p:nvSpPr>
        <p:spPr>
          <a:xfrm>
            <a:off x="802433" y="5768414"/>
            <a:ext cx="1045961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Notice that the </a:t>
            </a:r>
            <a:r>
              <a:rPr lang="en-PH" sz="2500" b="1" dirty="0">
                <a:solidFill>
                  <a:schemeClr val="bg1"/>
                </a:solidFill>
              </a:rPr>
              <a:t>first node </a:t>
            </a:r>
            <a:r>
              <a:rPr lang="en-PH" sz="2500" dirty="0">
                <a:solidFill>
                  <a:schemeClr val="bg1"/>
                </a:solidFill>
              </a:rPr>
              <a:t>and the </a:t>
            </a:r>
            <a:r>
              <a:rPr lang="en-PH" sz="2500" b="1" dirty="0">
                <a:solidFill>
                  <a:schemeClr val="bg1"/>
                </a:solidFill>
              </a:rPr>
              <a:t>third node </a:t>
            </a:r>
            <a:r>
              <a:rPr lang="en-PH" sz="2500" dirty="0">
                <a:solidFill>
                  <a:schemeClr val="bg1"/>
                </a:solidFill>
              </a:rPr>
              <a:t>both point to the </a:t>
            </a:r>
            <a:r>
              <a:rPr lang="en-PH" sz="2500" b="1" dirty="0">
                <a:solidFill>
                  <a:schemeClr val="bg1"/>
                </a:solidFill>
              </a:rPr>
              <a:t>second node</a:t>
            </a:r>
          </a:p>
        </p:txBody>
      </p:sp>
    </p:spTree>
    <p:extLst>
      <p:ext uri="{BB962C8B-B14F-4D97-AF65-F5344CB8AC3E}">
        <p14:creationId xmlns:p14="http://schemas.microsoft.com/office/powerpoint/2010/main" val="21069523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184B5E-6A70-B589-6EC6-337005452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721392-F593-AD5A-0B84-F19763158ABD}"/>
              </a:ext>
            </a:extLst>
          </p:cNvPr>
          <p:cNvSpPr/>
          <p:nvPr/>
        </p:nvSpPr>
        <p:spPr>
          <a:xfrm>
            <a:off x="1109681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“A”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4ABB172-885C-51E5-8D51-487624564730}"/>
              </a:ext>
            </a:extLst>
          </p:cNvPr>
          <p:cNvSpPr/>
          <p:nvPr/>
        </p:nvSpPr>
        <p:spPr>
          <a:xfrm>
            <a:off x="2111487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102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50892E-8513-FA6E-C76E-00D5B42B5526}"/>
              </a:ext>
            </a:extLst>
          </p:cNvPr>
          <p:cNvSpPr/>
          <p:nvPr/>
        </p:nvSpPr>
        <p:spPr>
          <a:xfrm>
            <a:off x="2275854" y="366232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4A4DF9-6119-8984-E94D-B21115BDD6C2}"/>
              </a:ext>
            </a:extLst>
          </p:cNvPr>
          <p:cNvSpPr/>
          <p:nvPr/>
        </p:nvSpPr>
        <p:spPr>
          <a:xfrm>
            <a:off x="1109681" y="224424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24311D-EA42-F158-F1F8-945804CF9C1B}"/>
              </a:ext>
            </a:extLst>
          </p:cNvPr>
          <p:cNvSpPr/>
          <p:nvPr/>
        </p:nvSpPr>
        <p:spPr>
          <a:xfrm>
            <a:off x="2111487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441C9AFC-6CFE-0EDC-0CE6-6C7A2C7C2853}"/>
              </a:ext>
            </a:extLst>
          </p:cNvPr>
          <p:cNvCxnSpPr>
            <a:cxnSpLocks/>
            <a:stCxn id="18" idx="2"/>
            <a:endCxn id="12" idx="1"/>
          </p:cNvCxnSpPr>
          <p:nvPr/>
        </p:nvCxnSpPr>
        <p:spPr>
          <a:xfrm rot="16200000" flipH="1">
            <a:off x="2323507" y="4219223"/>
            <a:ext cx="965325" cy="474964"/>
          </a:xfrm>
          <a:prstGeom prst="curvedConnector2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5534AE7-83DC-40CC-752B-890C00265F3F}"/>
              </a:ext>
            </a:extLst>
          </p:cNvPr>
          <p:cNvSpPr txBox="1"/>
          <p:nvPr/>
        </p:nvSpPr>
        <p:spPr>
          <a:xfrm>
            <a:off x="3647673" y="245438"/>
            <a:ext cx="4888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solidFill>
                  <a:srgbClr val="00B050"/>
                </a:solidFill>
                <a:latin typeface="Consolas" panose="020B0609020204030204" pitchFamily="49" charset="0"/>
              </a:rPr>
              <a:t>Linked Lists</a:t>
            </a:r>
          </a:p>
          <a:p>
            <a:pPr algn="ctr"/>
            <a:r>
              <a:rPr lang="en-PH" sz="4000" dirty="0">
                <a:solidFill>
                  <a:srgbClr val="00B050"/>
                </a:solidFill>
                <a:latin typeface="Consolas" panose="020B0609020204030204" pitchFamily="49" charset="0"/>
              </a:rPr>
              <a:t>(doubly)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813F0B3-D2BC-2B40-F48B-FA5A80B377DA}"/>
              </a:ext>
            </a:extLst>
          </p:cNvPr>
          <p:cNvSpPr/>
          <p:nvPr/>
        </p:nvSpPr>
        <p:spPr>
          <a:xfrm>
            <a:off x="128344" y="268779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F176A0-AFC1-61A0-E3AD-D09DB2E5B1A8}"/>
              </a:ext>
            </a:extLst>
          </p:cNvPr>
          <p:cNvSpPr/>
          <p:nvPr/>
        </p:nvSpPr>
        <p:spPr>
          <a:xfrm>
            <a:off x="107875" y="224424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09CFB0-AD4D-F6B3-AE59-95C1225618D8}"/>
              </a:ext>
            </a:extLst>
          </p:cNvPr>
          <p:cNvSpPr/>
          <p:nvPr/>
        </p:nvSpPr>
        <p:spPr>
          <a:xfrm>
            <a:off x="292711" y="3662321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Prev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E49CB9-FCD4-D904-7958-2B79BE538DE2}"/>
              </a:ext>
            </a:extLst>
          </p:cNvPr>
          <p:cNvSpPr/>
          <p:nvPr/>
        </p:nvSpPr>
        <p:spPr>
          <a:xfrm>
            <a:off x="4024988" y="448216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“B”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3CA913-0F0E-DA92-F888-6AA40E8F14BF}"/>
              </a:ext>
            </a:extLst>
          </p:cNvPr>
          <p:cNvSpPr/>
          <p:nvPr/>
        </p:nvSpPr>
        <p:spPr>
          <a:xfrm>
            <a:off x="5026794" y="448216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103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125D7A-8C3F-4E1C-402F-03E60DCC5F96}"/>
              </a:ext>
            </a:extLst>
          </p:cNvPr>
          <p:cNvSpPr/>
          <p:nvPr/>
        </p:nvSpPr>
        <p:spPr>
          <a:xfrm>
            <a:off x="5191161" y="5456694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F68F1A-A658-4A8D-5AF4-0665D816C714}"/>
              </a:ext>
            </a:extLst>
          </p:cNvPr>
          <p:cNvSpPr/>
          <p:nvPr/>
        </p:nvSpPr>
        <p:spPr>
          <a:xfrm>
            <a:off x="4024988" y="4038621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679E5-765F-251B-2162-0BF00855AAF4}"/>
              </a:ext>
            </a:extLst>
          </p:cNvPr>
          <p:cNvSpPr/>
          <p:nvPr/>
        </p:nvSpPr>
        <p:spPr>
          <a:xfrm>
            <a:off x="5026794" y="4038620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64DD4DC-B80B-3B77-2DA0-D4DD9C83377B}"/>
              </a:ext>
            </a:extLst>
          </p:cNvPr>
          <p:cNvSpPr/>
          <p:nvPr/>
        </p:nvSpPr>
        <p:spPr>
          <a:xfrm>
            <a:off x="3043651" y="4482168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101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3EA420-43E8-5FFB-E880-BA804E72B230}"/>
              </a:ext>
            </a:extLst>
          </p:cNvPr>
          <p:cNvSpPr/>
          <p:nvPr/>
        </p:nvSpPr>
        <p:spPr>
          <a:xfrm>
            <a:off x="3023182" y="4038620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7A7A5C-FF00-C443-2812-4A3183505122}"/>
              </a:ext>
            </a:extLst>
          </p:cNvPr>
          <p:cNvSpPr/>
          <p:nvPr/>
        </p:nvSpPr>
        <p:spPr>
          <a:xfrm>
            <a:off x="3208018" y="5456693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Prev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132301C-267A-0E10-A403-67DCACAA9BA6}"/>
              </a:ext>
            </a:extLst>
          </p:cNvPr>
          <p:cNvSpPr/>
          <p:nvPr/>
        </p:nvSpPr>
        <p:spPr>
          <a:xfrm>
            <a:off x="7155912" y="2687795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“C”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B03F414-1BEE-623D-B197-C45CF632382E}"/>
              </a:ext>
            </a:extLst>
          </p:cNvPr>
          <p:cNvSpPr/>
          <p:nvPr/>
        </p:nvSpPr>
        <p:spPr>
          <a:xfrm>
            <a:off x="8157718" y="2687795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104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B81C13-6490-0A52-F069-8793545B4296}"/>
              </a:ext>
            </a:extLst>
          </p:cNvPr>
          <p:cNvSpPr/>
          <p:nvPr/>
        </p:nvSpPr>
        <p:spPr>
          <a:xfrm>
            <a:off x="8322085" y="3662321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8D8238-3866-C65A-5A11-C8DF7E1422B8}"/>
              </a:ext>
            </a:extLst>
          </p:cNvPr>
          <p:cNvSpPr/>
          <p:nvPr/>
        </p:nvSpPr>
        <p:spPr>
          <a:xfrm>
            <a:off x="7155912" y="2244248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EC0487-D691-4D09-EDB8-990758DE734D}"/>
              </a:ext>
            </a:extLst>
          </p:cNvPr>
          <p:cNvSpPr/>
          <p:nvPr/>
        </p:nvSpPr>
        <p:spPr>
          <a:xfrm>
            <a:off x="8157718" y="2244247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53F8F1D-CFD2-20F2-6C8C-9B85232B59C2}"/>
              </a:ext>
            </a:extLst>
          </p:cNvPr>
          <p:cNvSpPr/>
          <p:nvPr/>
        </p:nvSpPr>
        <p:spPr>
          <a:xfrm>
            <a:off x="6174575" y="2687795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102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52FA23-222C-2CAB-F2A1-03597C8E895C}"/>
              </a:ext>
            </a:extLst>
          </p:cNvPr>
          <p:cNvSpPr/>
          <p:nvPr/>
        </p:nvSpPr>
        <p:spPr>
          <a:xfrm>
            <a:off x="6154106" y="2244247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0EFB5B-1C47-64AA-975A-E8836FED9B56}"/>
              </a:ext>
            </a:extLst>
          </p:cNvPr>
          <p:cNvSpPr/>
          <p:nvPr/>
        </p:nvSpPr>
        <p:spPr>
          <a:xfrm>
            <a:off x="6338942" y="3662320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Prev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C61B7F8D-539E-68CF-A3F3-C474258F54B1}"/>
              </a:ext>
            </a:extLst>
          </p:cNvPr>
          <p:cNvCxnSpPr>
            <a:cxnSpLocks/>
            <a:stCxn id="8" idx="3"/>
            <a:endCxn id="25" idx="2"/>
          </p:cNvCxnSpPr>
          <p:nvPr/>
        </p:nvCxnSpPr>
        <p:spPr>
          <a:xfrm flipV="1">
            <a:off x="5941194" y="3974041"/>
            <a:ext cx="690581" cy="965327"/>
          </a:xfrm>
          <a:prstGeom prst="curvedConnector2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2CF8D23-7855-67FC-AE0F-33A65A81E235}"/>
              </a:ext>
            </a:extLst>
          </p:cNvPr>
          <p:cNvSpPr/>
          <p:nvPr/>
        </p:nvSpPr>
        <p:spPr>
          <a:xfrm>
            <a:off x="9898185" y="447771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>
                <a:solidFill>
                  <a:srgbClr val="92D050"/>
                </a:solidFill>
              </a:rPr>
              <a:t>“D”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A63331B-D8FB-F64A-E423-528D2C50443B}"/>
              </a:ext>
            </a:extLst>
          </p:cNvPr>
          <p:cNvSpPr/>
          <p:nvPr/>
        </p:nvSpPr>
        <p:spPr>
          <a:xfrm>
            <a:off x="10899991" y="447771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300" b="1" dirty="0">
                <a:solidFill>
                  <a:srgbClr val="92D050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018D83-A129-95ED-7C40-56C48CB2ECF0}"/>
              </a:ext>
            </a:extLst>
          </p:cNvPr>
          <p:cNvSpPr/>
          <p:nvPr/>
        </p:nvSpPr>
        <p:spPr>
          <a:xfrm>
            <a:off x="11064358" y="5452242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Next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96E0F5-4A36-511F-1DC9-6CBF95F15630}"/>
              </a:ext>
            </a:extLst>
          </p:cNvPr>
          <p:cNvSpPr/>
          <p:nvPr/>
        </p:nvSpPr>
        <p:spPr>
          <a:xfrm>
            <a:off x="9898185" y="4034169"/>
            <a:ext cx="914400" cy="3834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Value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7439A12-57DC-E32B-8CC5-56A27B0E3EBA}"/>
              </a:ext>
            </a:extLst>
          </p:cNvPr>
          <p:cNvSpPr/>
          <p:nvPr/>
        </p:nvSpPr>
        <p:spPr>
          <a:xfrm>
            <a:off x="10899991" y="403416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198D576-7554-AB46-5A26-769C2434C10E}"/>
              </a:ext>
            </a:extLst>
          </p:cNvPr>
          <p:cNvSpPr/>
          <p:nvPr/>
        </p:nvSpPr>
        <p:spPr>
          <a:xfrm>
            <a:off x="8916848" y="4477716"/>
            <a:ext cx="914400" cy="914400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300" b="1" dirty="0">
                <a:solidFill>
                  <a:srgbClr val="92D050"/>
                </a:solidFill>
              </a:rPr>
              <a:t>103</a:t>
            </a:r>
          </a:p>
          <a:p>
            <a:r>
              <a:rPr lang="en-PH" sz="1300" b="1" dirty="0">
                <a:solidFill>
                  <a:srgbClr val="92D050"/>
                </a:solidFill>
              </a:rPr>
              <a:t>Fake St.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63C3C80-8AC0-EA91-B824-2AD3E218C149}"/>
              </a:ext>
            </a:extLst>
          </p:cNvPr>
          <p:cNvSpPr/>
          <p:nvPr/>
        </p:nvSpPr>
        <p:spPr>
          <a:xfrm>
            <a:off x="8896379" y="4034168"/>
            <a:ext cx="914400" cy="3834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500" dirty="0">
                <a:solidFill>
                  <a:srgbClr val="92D050"/>
                </a:solidFill>
              </a:rPr>
              <a:t>Address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9E829DA-0D5E-EB65-3957-1B92F1FC4A5C}"/>
              </a:ext>
            </a:extLst>
          </p:cNvPr>
          <p:cNvSpPr/>
          <p:nvPr/>
        </p:nvSpPr>
        <p:spPr>
          <a:xfrm>
            <a:off x="9081215" y="5452241"/>
            <a:ext cx="585665" cy="3117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500" dirty="0">
                <a:solidFill>
                  <a:srgbClr val="92D050"/>
                </a:solidFill>
              </a:rPr>
              <a:t>Prev</a:t>
            </a:r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94991BBE-CE25-9346-04F2-9CD0C62B4D1E}"/>
              </a:ext>
            </a:extLst>
          </p:cNvPr>
          <p:cNvCxnSpPr>
            <a:cxnSpLocks/>
            <a:stCxn id="20" idx="2"/>
            <a:endCxn id="37" idx="1"/>
          </p:cNvCxnSpPr>
          <p:nvPr/>
        </p:nvCxnSpPr>
        <p:spPr>
          <a:xfrm rot="16200000" flipH="1">
            <a:off x="8285446" y="4303514"/>
            <a:ext cx="960874" cy="301930"/>
          </a:xfrm>
          <a:prstGeom prst="curvedConnector2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445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2867</Words>
  <Application>Microsoft Macintosh PowerPoint</Application>
  <PresentationFormat>Widescreen</PresentationFormat>
  <Paragraphs>1274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SLY Ponio</dc:creator>
  <cp:lastModifiedBy>Elizer Jr. D. Ponio</cp:lastModifiedBy>
  <cp:revision>42</cp:revision>
  <dcterms:created xsi:type="dcterms:W3CDTF">2026-05-05T00:12:06Z</dcterms:created>
  <dcterms:modified xsi:type="dcterms:W3CDTF">2026-05-07T08:00:25Z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2026-05-07T07:18:53Z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df4e793c-bdd8-4c42-83ee-ef434e563fc4</vt:lpwstr>
  </property>
  <property fmtid="{D5CDD505-2E9C-101B-9397-08002B2CF9AE}" pid="8" name="MSIP_Label_8a813f4b-519a-4481-a498-85770f517757_ContentBits">
    <vt:lpwstr>0</vt:lpwstr>
  </property>
  <property fmtid="{D5CDD505-2E9C-101B-9397-08002B2CF9AE}" pid="9" name="MSIP_Label_8a813f4b-519a-4481-a498-85770f517757_Tag">
    <vt:lpwstr>50, 3, 0, 1</vt:lpwstr>
  </property>
</Properties>
</file>