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sldIdLst>
    <p:sldId id="293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7" r:id="rId16"/>
    <p:sldId id="313" r:id="rId17"/>
    <p:sldId id="308" r:id="rId18"/>
    <p:sldId id="314" r:id="rId19"/>
    <p:sldId id="309" r:id="rId20"/>
    <p:sldId id="310" r:id="rId21"/>
    <p:sldId id="311" r:id="rId22"/>
    <p:sldId id="315" r:id="rId23"/>
    <p:sldId id="316" r:id="rId24"/>
    <p:sldId id="317" r:id="rId25"/>
    <p:sldId id="318" r:id="rId26"/>
    <p:sldId id="319" r:id="rId27"/>
    <p:sldId id="321" r:id="rId28"/>
    <p:sldId id="348" r:id="rId29"/>
    <p:sldId id="349" r:id="rId30"/>
    <p:sldId id="324" r:id="rId31"/>
    <p:sldId id="323" r:id="rId32"/>
    <p:sldId id="329" r:id="rId33"/>
    <p:sldId id="332" r:id="rId34"/>
    <p:sldId id="330" r:id="rId35"/>
    <p:sldId id="328" r:id="rId36"/>
    <p:sldId id="327" r:id="rId37"/>
    <p:sldId id="333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0" autoAdjust="0"/>
    <p:restoredTop sz="94095" autoAdjust="0"/>
  </p:normalViewPr>
  <p:slideViewPr>
    <p:cSldViewPr snapToGrid="0">
      <p:cViewPr>
        <p:scale>
          <a:sx n="84" d="100"/>
          <a:sy n="84" d="100"/>
        </p:scale>
        <p:origin x="2712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6/7/26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328E-6B9A-338D-A1BA-E9A1A394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AA3C3-7106-CD3D-2F65-95CD87442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FB3EA-BD49-5882-A5C1-2DA3EA037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B1A92-3C0D-CC59-53EB-EBDD47C83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7865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9E59-A331-416E-A652-08199C21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F97B2-1C93-ADBB-E3A3-A57BB3BA2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2331B-0D90-C0F2-FFA5-DADBDBC34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9672D-BBB5-662A-3E14-3C61CEAF2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3544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23CC2-0CBD-DF33-3AE2-50B74215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E63D7-F8D4-08B2-AA2D-E0DE76F7F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EB399-2B47-D9E6-5FEB-3702D5CFF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08180-C60E-E8C9-8911-8B0914AB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91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94E3-B081-81DB-E448-F46AD1B6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135BC-6F81-42AD-C21B-1BF80C681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74AC8-8808-97BC-350B-4AF541DF5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9BE51-4654-580B-1FF4-B16E5E107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991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AD9C-6812-4A31-1650-D68255A3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7C7BB-BB62-FA85-E3C0-F8ACFA4FB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77AA2-3D43-A197-74F8-6AE31196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12AD5-F064-009B-7846-C69685DC0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8697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13FA-079C-E4C9-A57C-2473F6EE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0AFB6-E4F3-2A51-7AF3-9E90649E9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8C63D-B61C-8FE7-B0D6-20818C210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B62B-2C2D-F090-D682-7E45804B7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1633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44BA6-B053-3C00-E1B7-E573A1E0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BE47D-F65A-61CA-351A-794EC91AF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FCEDA-1652-81D6-E90A-B485A1CE4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82339-93CC-7817-2F38-439041896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1043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FD31-2C28-E54B-AD3D-076FE200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32FD8-8FCE-9254-735F-5576A6BD8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1AF6B-9951-304D-DD4F-1DFC05D38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5139D-8538-428B-54EB-6BA78E179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184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817E-6115-C573-2D19-93314763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855A0-216E-F4B6-B4B8-C946F68A8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22744-E189-F217-F801-E9AAD3B3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D034C-8F58-C2B8-92F0-14465A0D3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3493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AAFA-E779-567D-AC9E-0418889C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2D59A-F664-4F11-82C8-B765FA6BA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D4DF7-EEEC-5F56-453D-B33F15DA4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C7EDC-4B59-B86C-90AD-3609C2D0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8466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36FC-5CB3-D0EF-2EAF-FBE7ACF5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742DC-0040-ACF7-FEC3-ED7BB7166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CE2C9-D192-FBB8-0AA5-04B895D2E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7E372-FC96-A39D-7AD3-43E8434BE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6167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E64E-A16E-A8A7-7BCE-7519BF4A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C7231-4058-64E5-95B0-2B8852B49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1675F-4818-7517-3045-8BD0307BC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B76A8-F269-EE9D-0EA6-DABBAC312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7435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B89A5-73B3-4BB3-90E1-55F9D729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89777-9730-4DF4-201C-A869E0D98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010F6-CA98-3D92-B25A-A5A8652DB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2106E-E35E-5462-1E87-97E219C3C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8627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8C29-B43E-AD9F-B307-E1ADF5305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150AF-59DF-111F-0F73-03D1E968E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C65F4-B3E9-03FC-E684-754DA98C1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1D601-D04C-2EA9-1324-0D4843934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4226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E3D4-10C8-4367-855F-E0F24FAA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17AFA-2853-234B-93FE-41CB99FDA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6070F-72EB-6601-AC48-BC48B781E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B4FD5-BCBD-C572-A884-CB7F1C344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898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50F5-FC91-4077-2279-1AA123F2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3702E-3694-AD4B-5FAB-6B9C62F0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ACFD0-2DD5-1DA7-7B4A-76630BD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E8DEA-A322-8E8E-0072-2663AC267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1488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E0E0-D7F9-B138-4857-6FB13BBD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165D5-41FC-7647-CA05-50698A9F1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8C72E-889B-58D0-3D3A-BD2C101B0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ED4E9-488F-75B4-840A-108CD3964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1828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1AED-FD27-4EAF-F121-484BCFD6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A6952-9DD1-1A49-E6C8-0167C11B5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02A3F-3C69-8021-C8EC-8447867F9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CA464-E0DB-9823-6FF3-2D49A7733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0455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B680-F965-7AFE-0426-EECB58FB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4ABDE-C3D4-31C1-B5B4-27DCBEB43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D38F7-108F-9C66-498C-57A8F60B7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FCD3-27D4-F79C-8098-DD424EEBA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6446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65A1-A5E3-7999-0DE6-AEA113B9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23BF9-9D5E-065F-012D-AF4FD6BA3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8B96F-79CA-606F-7CD1-5500A82D2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8469-AACE-49D4-117D-BFADB3303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39734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D6E8B-978A-081E-F138-98568A64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5FF49-4C05-88ED-B504-26EB67B50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7766C-D5F2-7FB1-8E2F-50E8BD442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D9217-3FCE-060D-8706-A45A8FCFF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5342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15CF-4DCD-08D9-E2C5-4B9A4F4A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828AB-9988-B7D9-FB47-4845C2BA7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12F1F-DA83-26DE-CEA3-1C8D8512F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02046-C0AB-371F-05A8-DD824CCAF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7544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C488-455D-FF54-080E-7D9F07CD5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5CB86-26B8-5621-505B-487920618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5B75E-3F5F-B76E-1D96-936943E5D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CE0BD-C592-1EC7-21E7-5F7FD2C46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71740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DC81-B742-EBFE-499E-7E7533D5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C713B-A03B-9302-561B-003A2E881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35C87-490C-1215-764A-3D44083C0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5285-CB0D-F232-2017-EF1483D9D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3587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2EF0D-F8A4-883D-558C-5FFD18D8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D9DBA-347C-4865-0DCE-1F6DF7DF6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F08C-E585-F850-D6B2-C9237CD32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A72F-CD34-7DBF-ABF6-D074CCC23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61848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2196-DF9F-F0B9-0E28-A489FDB8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CEF0B-39A4-CBA4-32D9-6D565CB56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ABFA3-AC5D-E639-8D74-BD1886834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69BE-2162-BCC1-B2D8-6CD3DAE33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8333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6A83-4748-08B9-C0F0-50320153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38B8D-7804-9D10-23B4-1313089E1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C1CBC-9E36-AB63-164E-36FD84217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2C84-F18C-6BE2-AD16-B218AF843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94745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462C-DC4F-3BD6-A3D0-3A07A8AB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D3861-40E2-D9EA-2779-B3097784B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D180-74D0-4031-85D7-DD7E5654F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AB9C9-5FD9-F360-B9C9-527FBC1DE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0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F736-5959-91C1-7A33-F27487C6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E2157-2B79-1FD8-B551-43D3DEC28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7361D-92CB-6323-0284-FB1BFB7B3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F5A89-C690-5D76-81B6-9A00020FC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18715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FBDC2-435D-0F09-6713-5DDB7BCB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11AAE-4B8E-728F-37C1-6C2AB42F7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0D993-202A-E455-9E8B-FBFE1B5E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187D1-803D-E768-5026-593AB9B6A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290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AF0A-37E9-4D71-601B-5C526E0E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6CBA8-5C86-E410-F73E-D3E0EB063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2B23D-149F-63CD-8615-C1AE25768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AB6A7-FC48-0D65-EB78-1D1631443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3700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0113-A8DD-088B-37F5-E6D8577F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BB0D8-9715-1AB1-0670-8A586BFAE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F1893-1C63-1025-8B44-E7F73EEB5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81FD0-7589-C513-E2C1-CD6EEB137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36501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99D0-069A-3BB8-B398-2F6666CB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A6F02-CED7-0536-1860-D4156C76D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A8342-2B95-4324-2D92-A0D0FD418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0885C-FD41-571B-CF54-296DE6CE9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37177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EF5E-D652-5D25-6D75-5731D249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AA282-30A8-99EB-B64C-1FAA1DE51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A9E21-082C-8494-7D5B-FAA32890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4434-3289-8602-7961-AB6E020D0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59076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77ED-309B-A458-74C1-844DA555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FCEEC-902C-DCC2-4809-12CD1F955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D859D-70FE-8C01-F54E-F0A469390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B52E-AFBA-E314-9217-9858C3355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80490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2397-5094-18C5-2343-662BEDF8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AE5E6-C9F4-6E1E-187C-539E8EE7D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3190-E1AC-46FC-4E62-0AB605B80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D8186-15D6-6C3F-0639-7FDDB2A12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55558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8DD1-4B1B-3AFF-347C-0F005496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FF9A1-8342-771E-D111-2B621131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AA5F0-9D61-01E2-F992-CFF5986FA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DBCCE-9EE8-A2A5-AA01-13162F1A9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4766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985B-B7A8-FAB2-3435-E331BFD1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97668-BD4F-4009-60BE-5DD727571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524A1-FA02-C4B9-9118-B52A978A5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DCE34-6C0F-8C74-BB31-65016B545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70435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BF1D-70FE-1125-A4B1-6C5757DB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1F87B-544B-BFFD-4B0C-7F20384B9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25FFB-36D0-732F-C0AF-D45759AA8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88093-F7C1-0D23-5087-CABF38F38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2982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D64D-30D9-3151-1DEF-F8D5ABDF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0DCAB-A48B-1A86-5402-51D0E49A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18077-0899-A0F7-E6E6-01D74217E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F33F-7AEA-F8B1-ECC6-E6B6C810D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99196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AC45-06E4-DC77-65E1-A11136F3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15C86-5F01-70BB-CFD7-AAF54E666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95C36-A18F-2D77-37F1-AA5D44CE6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10635-59EE-6C29-4FC7-9FE430A4F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1084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6034-74CF-8612-1BCF-776758D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51F79-839C-DA62-E3B0-855069B2B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1A2F9-EA67-5C2A-BFF8-297E43DCF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91510-B6E5-7D3B-A7E0-45CB9FF93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36840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EC94-1B59-0BC3-E00C-38CEF081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E8A41-F63B-2031-3664-B02F2420D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DC532-F423-131A-BBF1-9CFDD9164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2096C-20F3-5DBF-D7D9-BD65966DC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35401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0D6D-5C23-31CE-ACFD-631BFFD8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D2043-3E21-A65B-5A8D-9DE2DD480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30681-C6B8-7A86-251A-44CE2CBE4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DF92-8453-D62B-4843-C7887DB3C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3378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E162-D865-DD2C-ED98-917BEEE2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5435E-40EE-CFDB-8774-6F3295666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F9F1F-DBF6-E4C9-5A88-E7CBDA834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B0F2E-088A-8EDD-E38D-481C4EC90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48362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BCC1-411B-09C7-5EC5-69AAA9A6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ECA0B-577C-BD8D-BD1C-9719C9D35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F5AEF-4A0F-C834-A928-093104B1F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7704-9572-CD5B-71D3-60D54AEE8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893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6/7/26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A queue is a linear data structure that follows the principle of 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</a:rPr>
              <a:t>First In First Out (FIFO)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751E6F96-A111-B3AB-4FD0-321BC5909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589542"/>
              </p:ext>
            </p:extLst>
          </p:nvPr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6FE6BFE9-0D4D-60FD-B605-D920F3AB1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373388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78ACD97-B197-9640-08D3-0C116F56A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977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0EC9A13-0D9A-6AD6-7484-1551B1C93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5CEEE14-59F8-501A-27BF-E6B7076DE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18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6FFBFB6-4685-0230-1D65-A513535D2C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712E7-5620-7F4B-07FA-7D3CED79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09A4F2-A13E-049A-26AA-A8FAD5D93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EADF6-52E4-8753-D434-4DFE9BD16C0E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C4CC9210-3508-2447-8612-FA65ABD9895B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771B9FE9-9280-C911-48F6-D4FC5B0B1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373388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23A7B78-96F7-D2D3-575F-8A77F5583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977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3544A1C-7D02-B158-F432-90539A3A02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BE3CE8C-7032-225E-EB6A-9FAFB7263D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18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A02E5B-0A25-00F1-FA07-4798365479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8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6D1B7-E7D0-8A3E-5DFC-6D80D70B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FBDF7E-D920-E32E-0AF6-53072986C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B0DBC-9B3B-A401-A3CA-2008D4908E68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FAE1C90-1863-8434-6E20-76F5CB0CF8D7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DC7953B2-02A6-9E48-4481-1E30A57A7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12192000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37E472E-2841-5BF0-C8E2-A080E0E6D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89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974D645-B4DA-4B94-0311-030A30A26F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909EDC3-ED3B-A8A5-826C-A63D2B4ECD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390627E-2C81-CE17-B5D8-22B5D092F5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FA7729-E48E-7E61-65C3-DF4091CCF7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3A4CF-D6A2-6110-0B0A-FB4A23C9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FBBD92-69F9-648A-96AE-957789351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A1C4C-D94A-428F-6B19-CC7EDBCE65E3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D7021B69-635E-1762-F830-F02316CC9736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C588D059-0EE3-C147-9018-C24050D86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29FA541-B6D5-6B29-CCC3-83420AAFD6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89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E3F3587-E40F-DFB2-F485-EF1C5D2AB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7070506-4076-035D-EDC0-24E45F83B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13F7027-9820-91E8-C6B4-A108A4C3A2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F0D052-65D5-4877-0798-C75D256888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29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BA678-7A1D-931C-DAAF-0408E9D3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75C67C-2B9E-731A-90AE-2D6CF0FFE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E4A66-31C3-CA15-67B7-B679EF8ABF85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A91034F1-703D-78F6-9DDE-696449AF4DF8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49D3FFCF-0EA3-F983-2DEC-DC8C5A1D0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A32E9BC-6E33-C486-B58C-9577767CD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8CADA71-A20F-AB5E-F38B-4DDBF2DFC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8934ED2-C148-9837-C1E7-A05A302AD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DBF6BD9-E644-59D5-1A1B-543B9D6889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171CA-5134-1CBB-D134-68A520C2E1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67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22BDE-FF0B-EA68-D66D-14BC689E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11BDC8-743F-0D52-CCF8-5EED44A31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FC693-F941-469A-7272-9670BDD98455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2368B663-2DCC-189E-71CF-4C4EE5430AC2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2441FC61-F935-07E8-5296-0A27C6239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9E0A72A-EB2E-3310-D860-09C3DCA9F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67C590C-DC10-6377-8065-E33257A0B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59755E2-C4CB-CFA0-14AB-31F06708AA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49FBA37-F565-BBDC-2FFF-3C42FC3839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9A844C-24CF-AC40-2BE7-5D4FEC1B7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16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5557A-9642-0C85-4283-CC45E67E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8FFD84-8C14-FF40-667A-BB56F614C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6B473-521D-0790-78A5-DBEA0E8D684C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652A21E4-229C-3C2A-456B-1A03FAE7ADB9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E0AD0BAA-BE5D-9896-8BBE-7234A6FC8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E768816-1935-1F0D-6C6C-7BC50ACDD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AD24369-577B-E5E3-DDFD-443DDE593E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207B94D-7C42-931E-AB8E-FCFC84323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8B2C214-79FF-6B6A-325D-825A18267E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616C31-9455-EA2B-873A-B420010D2B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48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02FB1-8057-46C1-5632-27AC79FA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6F8E7A-9B63-1A65-2DFB-4DFF82145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F5BFC-5CE3-7498-4880-1044C41446E1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12CA3FB-7A87-9C3E-95E9-8223A86DBA2B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5C388EEF-90EF-470A-B58C-3C815424C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1905661" y="7101028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69D66FA-A5C3-CD29-2646-1A1670AC3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461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DB3B7F9-3DFC-7462-75A6-D724DC684D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26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B3B9A2A-455B-E5E7-40B5-30E943484B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17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292E31-221A-C47D-6172-08EC44853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46229A-0D38-9DD6-1CD1-8D3594BDEC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15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6F2C3-DF45-CAA3-2642-37E5DDAD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335133-0C3D-5359-1EA9-8BFF2C1A4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BE7D5-9B7D-1286-05F5-775A2550F60A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C60F78B-CD6B-5289-32F9-C265A61F04DC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F58C09B5-C23D-7796-A35A-25B02F7D7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094565" y="82785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628530F-44CC-EAA4-B050-E2FD8B24C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424" y="6945385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5D9997B-2D90-886F-E00D-C6BA148129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AD412BE-F50D-8E3C-B1FF-058E98C5E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DA1E281-F040-CE76-BBA7-DD3824D162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7C6EAD-D95E-F483-B13F-8B54F9BCB8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89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3D4AF-BFCE-0E4B-D989-F4ABF2AB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504D57-D6CF-6802-8E60-61117AB08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54599-2EC5-3747-B730-402F73EAB343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82C8A36-57C9-725D-C0C6-EC80E45C7258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83EF127E-7EFF-B289-F657-A169CA93D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361411" y="9495892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CE1FFE8-9D3E-4F80-A015-A9F3126D3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130" y="8324317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E5695A9-81C6-133D-34D6-78AA6B35E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30" y="7068011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FBDC763-8A83-2ED9-1D1C-3B2AD701B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339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EA10AF4-951C-4609-90E7-D426BE7E0E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C8EC83-B94B-EF00-717B-09D5F606B6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73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F68CC-C630-4035-09BB-FA09208A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EA0BA0-3849-ED9A-2656-E95C3FE71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12C2A-CE8E-5A50-B87F-516FC22D33D9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means the first element inserted in the queue is removed first.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5A754F88-0661-E9B0-8DF5-B9B1DC434074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C529CCC3-A50F-9306-E156-FB5DDF515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251894" y="10580528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2C4CD1B-A097-4D95-1AE1-8A8F5C432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613" y="9314801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6EDCAFC-40CA-7CA7-51D2-8B92FE0502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13" y="8104614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FB3D7A0-6C6B-E6FC-79C0-B7618C6BB5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661" y="6894427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345EC2B-F9C4-EB8A-774F-3F0165FAE7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D8B709-9A1C-9EDE-21F7-177A573727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15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8B3E5-3913-6BEF-834E-6D959EA9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D336B4-FAFA-B364-05C7-768C799A2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F7E1E-2057-A085-2662-A1544BCFE09B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In a queue, we need to keep track what element is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and at the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5CA76F9E-CB0D-0E5E-DC01-EB573DE556E8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FD306BC5-2C44-D513-7ABE-9E68B6104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4E2A3B1-EE34-C504-B195-2BC088A22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EA8857C-FC29-73C0-8E9F-FA016364AE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7D0D6A7-414C-C0D3-669E-D8D1D2A27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9D09561-8742-436D-5982-C78A4CA66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AB73C8-A66A-5D79-7BB9-9CA92DFF4C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B345FE6E-7951-1317-4769-37DDB0E1A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074950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6" name="Arrow: Left 65">
            <a:extLst>
              <a:ext uri="{FF2B5EF4-FFF2-40B4-BE49-F238E27FC236}">
                <a16:creationId xmlns:a16="http://schemas.microsoft.com/office/drawing/2014/main" id="{655E18F7-081A-6FB3-2B9C-CB0A48939A71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7" name="Table 35">
            <a:extLst>
              <a:ext uri="{FF2B5EF4-FFF2-40B4-BE49-F238E27FC236}">
                <a16:creationId xmlns:a16="http://schemas.microsoft.com/office/drawing/2014/main" id="{4041E6E3-79BB-FAEE-6921-F5C937394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68751"/>
              </p:ext>
            </p:extLst>
          </p:nvPr>
        </p:nvGraphicFramePr>
        <p:xfrm>
          <a:off x="8462101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9" name="Arrow: Left 65">
            <a:extLst>
              <a:ext uri="{FF2B5EF4-FFF2-40B4-BE49-F238E27FC236}">
                <a16:creationId xmlns:a16="http://schemas.microsoft.com/office/drawing/2014/main" id="{9640C21B-859D-7C9A-8610-2307775B9091}"/>
              </a:ext>
            </a:extLst>
          </p:cNvPr>
          <p:cNvSpPr/>
          <p:nvPr/>
        </p:nvSpPr>
        <p:spPr>
          <a:xfrm rot="16200000" flipV="1">
            <a:off x="9001546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735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A9ACE-65B2-152E-A466-79D102AF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A6F92E6-C065-7A59-83AE-838B46A73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181AA-66A5-B912-B95C-D74BB153DD7A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There are two operations in a queue, </a:t>
            </a:r>
            <a:r>
              <a:rPr lang="en-US" sz="2400" b="1" dirty="0">
                <a:solidFill>
                  <a:schemeClr val="bg1"/>
                </a:solidFill>
              </a:rPr>
              <a:t>enqueue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dequeue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6B19D60-CE84-E405-F788-F7C1A5F67D12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33BDB17A-C306-4092-E9D2-964862672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12192000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F989827-9DF9-CCE8-720F-CD12FC5D4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89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916908D-DF6D-DD79-703E-DAFA0DC2EB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5FCD505-2979-5EAD-D83D-E5F841035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D44292D-A630-051E-269C-3BE4572F4B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D12E96-63E9-993F-A610-2B1019B003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4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AE84E-F25C-EE5C-369A-1347F475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2A2DE9-BE4D-851B-828C-8C2D408B4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13AD0-C52D-03F0-8DAC-BB9330C20C2A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enqueue is to insert an element at the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  <a:r>
              <a:rPr lang="en-US" sz="2400" dirty="0">
                <a:solidFill>
                  <a:schemeClr val="bg1"/>
                </a:solidFill>
              </a:rPr>
              <a:t> of the queue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73E97F0-6815-048A-567F-53311F309AB6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AFB1DA27-F29D-6821-91C8-ED0308B19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BF16327-D698-F27A-92EB-38C1AACAF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89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9E8D8A6-B384-AC71-48B9-981EA5C68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F243EE5-6DC2-D8A1-50C2-099F266D6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FF938FC-1A3F-47CC-B7D4-CAC6ECBC86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851F92-68C1-3B51-29C7-8667E00397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5B1C4C79-7448-543A-D00E-467D6546A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9746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E6533C9A-7E0D-D280-B6E7-8116D40953BD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C68869A0-4489-C132-396E-731175F5C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39006"/>
              </p:ext>
            </p:extLst>
          </p:nvPr>
        </p:nvGraphicFramePr>
        <p:xfrm>
          <a:off x="1863047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792A27D2-79AD-6956-2D37-52822C58088A}"/>
              </a:ext>
            </a:extLst>
          </p:cNvPr>
          <p:cNvSpPr/>
          <p:nvPr/>
        </p:nvSpPr>
        <p:spPr>
          <a:xfrm rot="16200000" flipV="1">
            <a:off x="2402492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830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8D018-4163-4E59-EAC7-56EDDA7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56CD99-9877-098F-837F-4169340A9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E21B1-B64A-7F3A-50CD-6B5BA430E6AF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The first element inserted in the queue will be both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  <a:r>
              <a:rPr lang="en-US" sz="2400" dirty="0">
                <a:solidFill>
                  <a:schemeClr val="bg1"/>
                </a:solidFill>
              </a:rPr>
              <a:t> element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1F59F57D-087A-83FC-4926-C87028C3F38F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9C961D4F-F7CA-C867-6249-3711D5684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C654446-60E5-D4B7-A014-28E98F13E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89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5803FE7-1D40-DB8A-3D9A-96AEE8FACB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2FBBFE4-FA81-CD35-5C67-B34D0FE107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8F1C859-8088-F052-D95D-DC1069BEC6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2CA4D8-7A85-0870-7ECD-E5577D5C8F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3E7614A5-6A3F-BC68-3548-39AE2D69314C}"/>
              </a:ext>
            </a:extLst>
          </p:cNvPr>
          <p:cNvGraphicFramePr>
            <a:graphicFrameLocks noGrp="1"/>
          </p:cNvGraphicFramePr>
          <p:nvPr/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2B2A2CEF-3FD8-7019-139B-D724343B501B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F3EF29EB-A11A-349E-ABD2-598DE98D9073}"/>
              </a:ext>
            </a:extLst>
          </p:cNvPr>
          <p:cNvGraphicFramePr>
            <a:graphicFrameLocks noGrp="1"/>
          </p:cNvGraphicFramePr>
          <p:nvPr/>
        </p:nvGraphicFramePr>
        <p:xfrm>
          <a:off x="1863047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2081584E-6F28-5944-55A8-A2F80BD79EE7}"/>
              </a:ext>
            </a:extLst>
          </p:cNvPr>
          <p:cNvSpPr/>
          <p:nvPr/>
        </p:nvSpPr>
        <p:spPr>
          <a:xfrm rot="16200000" flipV="1">
            <a:off x="2402492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3410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50CA-F824-AA0C-74C8-FD881CA1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0DB613-363B-3310-C510-E247ABFAB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10433-434E-9EC4-770A-F33E34B6773F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enqueue is to insert an element at the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  <a:r>
              <a:rPr lang="en-US" sz="2400" dirty="0">
                <a:solidFill>
                  <a:schemeClr val="bg1"/>
                </a:solidFill>
              </a:rPr>
              <a:t> of the queue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A20EB922-6687-CDCE-CA5E-D7CA418B9347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8D2C04ED-9E48-897C-102C-8BBF42080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AD3FF1D-F723-F95C-4095-848096FE1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D2C2AC-269F-7098-3F1F-EAB13415A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612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31E2FD1-9AAA-060C-D128-A46F86895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A205FBC-5AF4-43DF-2F38-F8C06B680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62AF0D-B2CE-BE43-9C42-ACB012329A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37D298D7-2BA1-D75F-7313-72B6389EC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64633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66BAB98A-A4AC-F682-8E2F-9F05F4A4699A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29874FC5-C687-0233-5B05-2E60B6AE4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9274"/>
              </p:ext>
            </p:extLst>
          </p:nvPr>
        </p:nvGraphicFramePr>
        <p:xfrm>
          <a:off x="3760858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0EBD27E8-FE8E-282A-FB52-74CB2EF31511}"/>
              </a:ext>
            </a:extLst>
          </p:cNvPr>
          <p:cNvSpPr/>
          <p:nvPr/>
        </p:nvSpPr>
        <p:spPr>
          <a:xfrm rot="16200000" flipV="1">
            <a:off x="4300303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4410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DA0D1-E886-810F-D636-AFEF27B2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8B6FE4-C44E-D6AE-C4C2-CF0C9CD02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DA59C-0205-C0E0-0CAA-C68CD4DCF652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enqueue is to insert an element at the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  <a:r>
              <a:rPr lang="en-US" sz="2400" dirty="0">
                <a:solidFill>
                  <a:schemeClr val="bg1"/>
                </a:solidFill>
              </a:rPr>
              <a:t> of the queue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231281C6-DBA6-3BA9-F3A9-F83356884B14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4C86E554-F5D7-8284-FE08-8ECA64D9D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3354548-7D24-AB38-EF44-012FDA0CE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CC3D366-6843-E3CC-3AF3-5809EB91A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BBED045-454E-9EC7-AE98-37BC72794A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430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96BA708-2334-0C60-CF9E-BFA333A9F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35F99D-2B49-0ED3-8966-5E9987B645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E27DD839-6A7A-E4CF-D494-27F84C8A8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070500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B6F846ED-D238-DD80-53C0-A99643EF0038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E08B0F66-9B1D-3D12-B30E-8E526EF18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85521"/>
              </p:ext>
            </p:extLst>
          </p:nvPr>
        </p:nvGraphicFramePr>
        <p:xfrm>
          <a:off x="6096002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CA2F8F6C-B7E0-F6B0-FA39-9DC8677A54CB}"/>
              </a:ext>
            </a:extLst>
          </p:cNvPr>
          <p:cNvSpPr/>
          <p:nvPr/>
        </p:nvSpPr>
        <p:spPr>
          <a:xfrm rot="16200000" flipV="1">
            <a:off x="6635447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149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92801-F525-D24C-ED1D-320CA8DD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F744D9E-5D0A-ED89-10AB-F05253A63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56862-713C-CBFE-89F4-C41E36432080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enqueue is to insert an element at the </a:t>
            </a:r>
            <a:r>
              <a:rPr lang="en-US" sz="2400" b="1" dirty="0">
                <a:solidFill>
                  <a:srgbClr val="00B0F0"/>
                </a:solidFill>
              </a:rPr>
              <a:t>rear</a:t>
            </a:r>
            <a:r>
              <a:rPr lang="en-US" sz="2400" dirty="0">
                <a:solidFill>
                  <a:schemeClr val="bg1"/>
                </a:solidFill>
              </a:rPr>
              <a:t> of the queue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0FC9A69F-AC96-3498-426C-0175979E8634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83585880-8869-2C2E-E589-40E661146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24B0DC9-B937-520D-8819-55ECF4D40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7DF1AF4-664B-F829-54BB-69961F337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0A825CC-0CDB-12D6-B17A-6FF2B5CC8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F3046B4-596F-1AB6-86E5-391F3107BF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86CBEB-4CBF-F2BB-5DE8-B105EC91AB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4F2267AD-709B-09D2-891C-CF9A13A10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813617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6130A28B-5070-831B-3533-55F5CAA54A45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74FA94C6-77F5-C3D5-ADEB-FA7DA103D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274175"/>
              </p:ext>
            </p:extLst>
          </p:nvPr>
        </p:nvGraphicFramePr>
        <p:xfrm>
          <a:off x="8428258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DC98E2DF-00A7-D134-2B25-5F888185184F}"/>
              </a:ext>
            </a:extLst>
          </p:cNvPr>
          <p:cNvSpPr/>
          <p:nvPr/>
        </p:nvSpPr>
        <p:spPr>
          <a:xfrm rot="16200000" flipV="1">
            <a:off x="8967703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0021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84CF6-7221-A943-6DCC-CCAFDB7B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039FE5-0CFD-FC72-9140-456EB6F04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45C1E-45D9-A7B5-C27C-A6DD08B3B398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dequeue is to remove an element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of the queue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BF93FF41-8381-E59C-24C9-36914E44907C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585071EB-1B24-9489-573A-2AA3C419E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158339" y="24492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AB60418-E15D-E74B-E5AA-C957C57AC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00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860155D-DF40-5321-C481-62749B6F0F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3C7BDA7-2494-3218-F42B-F73DAA44E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470C7AA-15F3-0C61-0CAD-77F201B484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B92822-F6B4-C6B0-075B-F6473018B0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C0904889-C4FF-273F-944F-8993EA46C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68880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052EF3FB-035D-3C53-8A5D-AF058A592C49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EA1E7906-76D8-EA97-CB46-8FD248D3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73735"/>
              </p:ext>
            </p:extLst>
          </p:nvPr>
        </p:nvGraphicFramePr>
        <p:xfrm>
          <a:off x="8428258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2E80072D-2659-746B-E036-940442E9DB2F}"/>
              </a:ext>
            </a:extLst>
          </p:cNvPr>
          <p:cNvSpPr/>
          <p:nvPr/>
        </p:nvSpPr>
        <p:spPr>
          <a:xfrm rot="16200000" flipV="1">
            <a:off x="8967703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43056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0FBE3-B348-5A73-C3A9-D6C36B27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DBCA33-0A54-26F0-9BE1-D3273BA12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0FE88-AD58-EBD0-E177-EC3C585B8A91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dequeue is to remove an element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of the queue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77859B94-6A0D-168B-82C7-6235C41F38BB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292EF262-EBC0-A9E9-2BAF-692A1BFC4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1905661" y="7101028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91EC1E2-7DF0-46E1-D8B5-44B6FF265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461" y="2449219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129D388-2C07-A348-C7F3-65346918B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26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25B30EB-5822-A6C8-B6FA-3B6F1C505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17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D9BB8F2-38F3-152A-5A4C-A05BBE7E49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48DD55-33CD-F3B8-2CF2-9D9AF80485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8612C4B6-0BE9-CC7E-315F-2FE12644F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28561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AC789049-AC01-2B59-406A-4B2483EC799F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AB228B55-B6C0-64D6-3E5D-4733CEAA7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818679"/>
              </p:ext>
            </p:extLst>
          </p:nvPr>
        </p:nvGraphicFramePr>
        <p:xfrm>
          <a:off x="6269917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5D909BD8-900F-E6A7-19B1-418720B04F42}"/>
              </a:ext>
            </a:extLst>
          </p:cNvPr>
          <p:cNvSpPr/>
          <p:nvPr/>
        </p:nvSpPr>
        <p:spPr>
          <a:xfrm rot="16200000" flipV="1">
            <a:off x="6809362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4608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3F13F-6A87-07EE-452B-193EBF8C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0568FE-AFA6-CB02-5E61-304AD7154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44414-2594-65A5-77E2-D9E6C015497F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dequeue is to remove an element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of the queue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BE36B5D6-F916-C13F-B62A-D5A8C76D4D6D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77EF5172-1E99-37DB-2EC5-37C116C4A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094565" y="8278519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9BE0E42-9286-6B24-21B2-05915D042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424" y="6945385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D393DC1-CDFD-DBEE-3263-102C1826C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565" y="2449219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DEE6C1E-C31F-A776-C3B5-640E0DD0A4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56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643BBCF-E892-A1C3-DEFD-99EA9E6097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64BD95-AA4B-D872-3D9B-0AB667EEFD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704F4B82-7428-3CEC-53B4-2F9E7C169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60512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2E6AC32D-015F-22CA-FFA5-06B676A58F2C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032CBEBF-0448-9E88-B343-5AFD9187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39158"/>
              </p:ext>
            </p:extLst>
          </p:nvPr>
        </p:nvGraphicFramePr>
        <p:xfrm>
          <a:off x="4364256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726E3E87-F458-3C73-F32D-4DB8C292F630}"/>
              </a:ext>
            </a:extLst>
          </p:cNvPr>
          <p:cNvSpPr/>
          <p:nvPr/>
        </p:nvSpPr>
        <p:spPr>
          <a:xfrm rot="16200000" flipV="1">
            <a:off x="4903701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1186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2EFDF-FF6E-1421-E6B5-DED883D4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240578-241B-B9C2-543C-CE91B6B48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3E763-6603-7459-595C-881D55C5AFA0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dequeue is to remove an element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of the queue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143FD461-669A-8F34-6473-60EA27533F99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7BDC0AE7-6A21-3893-330D-F886E2DEB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361411" y="9495892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A4BF0FA-0A07-D77B-CA84-B9BAF2F0A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130" y="8324317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364321F-DF5F-BC0B-9FE0-206E0E0B1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430" y="7068011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E1F4060-E0B0-4235-2F4F-4EDBAF9B9C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339" y="2449219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2D4B558-0F1B-8561-1782-AFD9B0706A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24C50D-5EAF-EE03-EF48-720845FE93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436B2089-5A46-4BEA-90E5-B6BB2B79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313131"/>
              </p:ext>
            </p:extLst>
          </p:nvPr>
        </p:nvGraphicFramePr>
        <p:xfrm>
          <a:off x="1863047" y="131465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004567CD-C721-68BC-34DD-10D436D9C627}"/>
              </a:ext>
            </a:extLst>
          </p:cNvPr>
          <p:cNvSpPr/>
          <p:nvPr/>
        </p:nvSpPr>
        <p:spPr>
          <a:xfrm rot="16200000" flipV="1">
            <a:off x="2402492" y="180160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A14882D7-6B34-8228-66CF-15083B118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93810"/>
              </p:ext>
            </p:extLst>
          </p:nvPr>
        </p:nvGraphicFramePr>
        <p:xfrm>
          <a:off x="1863046" y="1382023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865FA0A5-5D2A-EC9F-E62E-C28F3A83734C}"/>
              </a:ext>
            </a:extLst>
          </p:cNvPr>
          <p:cNvSpPr/>
          <p:nvPr/>
        </p:nvSpPr>
        <p:spPr>
          <a:xfrm rot="16200000" flipV="1">
            <a:off x="2402491" y="1814807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8149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4B9B4-C4EF-09C5-0B8E-6903A3FC0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BB3902-A74F-4AC0-5C70-475225FED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Queue Operations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F1194-FF24-8EB9-5CBA-EF1598CA7C67}"/>
              </a:ext>
            </a:extLst>
          </p:cNvPr>
          <p:cNvSpPr txBox="1"/>
          <p:nvPr/>
        </p:nvSpPr>
        <p:spPr>
          <a:xfrm>
            <a:off x="609600" y="537241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 dequeue is to remove an element at the </a:t>
            </a:r>
            <a:r>
              <a:rPr lang="en-US" sz="2400" b="1" dirty="0">
                <a:solidFill>
                  <a:srgbClr val="FF0000"/>
                </a:solidFill>
              </a:rPr>
              <a:t>front</a:t>
            </a:r>
            <a:r>
              <a:rPr lang="en-US" sz="2400" dirty="0">
                <a:solidFill>
                  <a:schemeClr val="bg1"/>
                </a:solidFill>
              </a:rPr>
              <a:t> of the queue 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AC1E0B29-7BD6-0A2E-A80A-31C9E2FF2028}"/>
              </a:ext>
            </a:extLst>
          </p:cNvPr>
          <p:cNvGraphicFramePr>
            <a:graphicFrameLocks noGrp="1"/>
          </p:cNvGraphicFramePr>
          <p:nvPr/>
        </p:nvGraphicFramePr>
        <p:xfrm>
          <a:off x="1905661" y="2282805"/>
          <a:ext cx="8128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136763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 3</a:t>
                      </a:r>
                      <a:endParaRPr lang="en-P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4E9A50A9-302F-C684-E7B6-253965D00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2251894" y="10580528"/>
            <a:ext cx="947130" cy="99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2273161-17CA-4014-312B-EB386079A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613" y="9314801"/>
            <a:ext cx="889411" cy="99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A4B117F-6B5A-60FE-118C-5552BCE0C1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13" y="8104614"/>
            <a:ext cx="1489091" cy="99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3BE9903-FBAD-68BB-5E6B-07544F78FC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661" y="6894427"/>
            <a:ext cx="1605405" cy="99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F70501-4D61-87B9-3DEA-D4A698D23B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448961" y="3327956"/>
            <a:ext cx="1041400" cy="1866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7FA0E8-03C9-A865-D445-2D5B7F8527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2" y="222421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75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43DAF-46A4-9DB4-1BCF-DE4203A3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8CADBA-3227-78FD-8953-8BDD711E6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Implementing a Queue</a:t>
            </a:r>
            <a:endParaRPr lang="en-PH" dirty="0">
              <a:solidFill>
                <a:srgbClr val="00B050"/>
              </a:solidFill>
            </a:endParaRP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A31DE2E3-1074-3FEC-8DDB-89BA0C275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670824"/>
              </p:ext>
            </p:extLst>
          </p:nvPr>
        </p:nvGraphicFramePr>
        <p:xfrm>
          <a:off x="3187809" y="2282805"/>
          <a:ext cx="8128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C8AC9985-C62E-9A57-9D7C-F94C296B9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802357" y="2336364"/>
            <a:ext cx="688822" cy="72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EB7BD3E-2DA4-913B-1E0A-6EE29E2EC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089" y="2336364"/>
            <a:ext cx="646844" cy="72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FEDEED9-2432-B85D-9FD4-6A4F9F2274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77" y="2336395"/>
            <a:ext cx="1082975" cy="72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3E1A3C1-DAB2-8E8F-7D01-FC14AC8E2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0" y="2350173"/>
            <a:ext cx="1167567" cy="72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28DCED-5DF4-9FCB-2080-789A4824BF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2710173"/>
            <a:ext cx="720000" cy="72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0A4CB744-1086-46EB-24F3-7456F7EC0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00265"/>
              </p:ext>
            </p:extLst>
          </p:nvPr>
        </p:nvGraphicFramePr>
        <p:xfrm>
          <a:off x="3391863" y="1322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A753D451-7FF9-466A-5DB8-CA56C582B3BC}"/>
              </a:ext>
            </a:extLst>
          </p:cNvPr>
          <p:cNvSpPr/>
          <p:nvPr/>
        </p:nvSpPr>
        <p:spPr>
          <a:xfrm rot="16200000" flipV="1">
            <a:off x="3931308" y="1785098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92413F83-B7C3-2AD6-2659-48A391E9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088883"/>
              </p:ext>
            </p:extLst>
          </p:nvPr>
        </p:nvGraphicFramePr>
        <p:xfrm>
          <a:off x="9531297" y="138431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C082D8BE-78DC-69D4-FF30-9295607640A5}"/>
              </a:ext>
            </a:extLst>
          </p:cNvPr>
          <p:cNvSpPr/>
          <p:nvPr/>
        </p:nvSpPr>
        <p:spPr>
          <a:xfrm rot="16200000" flipV="1">
            <a:off x="10070742" y="181710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CADD47E-EC44-976B-BD82-7FF2D8F06A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4911378"/>
            <a:ext cx="720000" cy="720000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40A9D07-745B-F45B-08FB-ABD1DFB5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542347"/>
              </p:ext>
            </p:extLst>
          </p:nvPr>
        </p:nvGraphicFramePr>
        <p:xfrm>
          <a:off x="3391863" y="392852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7" name="Arrow: Left 65">
            <a:extLst>
              <a:ext uri="{FF2B5EF4-FFF2-40B4-BE49-F238E27FC236}">
                <a16:creationId xmlns:a16="http://schemas.microsoft.com/office/drawing/2014/main" id="{D72E297C-A7F3-74F5-5E06-3AE4846816E4}"/>
              </a:ext>
            </a:extLst>
          </p:cNvPr>
          <p:cNvSpPr/>
          <p:nvPr/>
        </p:nvSpPr>
        <p:spPr>
          <a:xfrm rot="16200000" flipV="1">
            <a:off x="3931308" y="4415482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38" name="Table 35">
            <a:extLst>
              <a:ext uri="{FF2B5EF4-FFF2-40B4-BE49-F238E27FC236}">
                <a16:creationId xmlns:a16="http://schemas.microsoft.com/office/drawing/2014/main" id="{275E143A-552C-E3C6-6F11-748E4B8EB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65012"/>
              </p:ext>
            </p:extLst>
          </p:nvPr>
        </p:nvGraphicFramePr>
        <p:xfrm>
          <a:off x="10307430" y="3990487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9" name="Arrow: Left 65">
            <a:extLst>
              <a:ext uri="{FF2B5EF4-FFF2-40B4-BE49-F238E27FC236}">
                <a16:creationId xmlns:a16="http://schemas.microsoft.com/office/drawing/2014/main" id="{8683B1D1-5365-12CB-5FF5-4D4B2B35147D}"/>
              </a:ext>
            </a:extLst>
          </p:cNvPr>
          <p:cNvSpPr/>
          <p:nvPr/>
        </p:nvSpPr>
        <p:spPr>
          <a:xfrm rot="16200000" flipV="1">
            <a:off x="10846875" y="4423271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B0E04680-0935-F3CB-BA96-1E9D7B36C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70327"/>
              </p:ext>
            </p:extLst>
          </p:nvPr>
        </p:nvGraphicFramePr>
        <p:xfrm>
          <a:off x="3196029" y="4935883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6" name="Table 4">
            <a:extLst>
              <a:ext uri="{FF2B5EF4-FFF2-40B4-BE49-F238E27FC236}">
                <a16:creationId xmlns:a16="http://schemas.microsoft.com/office/drawing/2014/main" id="{29FC99C2-560F-25EE-10C7-863509F31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424134"/>
              </p:ext>
            </p:extLst>
          </p:nvPr>
        </p:nvGraphicFramePr>
        <p:xfrm>
          <a:off x="5621464" y="4935883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7" name="Table 4">
            <a:extLst>
              <a:ext uri="{FF2B5EF4-FFF2-40B4-BE49-F238E27FC236}">
                <a16:creationId xmlns:a16="http://schemas.microsoft.com/office/drawing/2014/main" id="{2357B591-948A-99E3-8F4A-7C033C888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86419"/>
              </p:ext>
            </p:extLst>
          </p:nvPr>
        </p:nvGraphicFramePr>
        <p:xfrm>
          <a:off x="7873852" y="4935883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8" name="Table 4">
            <a:extLst>
              <a:ext uri="{FF2B5EF4-FFF2-40B4-BE49-F238E27FC236}">
                <a16:creationId xmlns:a16="http://schemas.microsoft.com/office/drawing/2014/main" id="{88E0AE42-1A24-FBFF-2752-58FCA011D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7521"/>
              </p:ext>
            </p:extLst>
          </p:nvPr>
        </p:nvGraphicFramePr>
        <p:xfrm>
          <a:off x="10169009" y="4935883"/>
          <a:ext cx="17964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5A05E3C-14AA-4B9B-D6FA-693C41B34B42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4996029" y="5295883"/>
            <a:ext cx="62543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FFEEA1-9C7F-C882-9EBA-10EC67A7EFCE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7421464" y="5295883"/>
            <a:ext cx="45238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FDEE39E-1D3F-47C8-6B12-A7529A6E0AB5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9673852" y="5295883"/>
            <a:ext cx="49515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291D32A-E582-1239-F39B-D422CDCF2211}"/>
              </a:ext>
            </a:extLst>
          </p:cNvPr>
          <p:cNvSpPr txBox="1"/>
          <p:nvPr/>
        </p:nvSpPr>
        <p:spPr>
          <a:xfrm>
            <a:off x="274005" y="4864996"/>
            <a:ext cx="17489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Dynamic Queue</a:t>
            </a:r>
            <a:endParaRPr lang="en-PH" sz="2500" dirty="0">
              <a:solidFill>
                <a:schemeClr val="bg1"/>
              </a:solidFill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4F9684A-1167-2385-FD2A-C0664E8EA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312686" y="4911378"/>
            <a:ext cx="688822" cy="720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5CD8A979-D7AB-DA70-B74A-6CBF9E683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430" y="4911378"/>
            <a:ext cx="646844" cy="7200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40E2A3B3-FA21-B105-931F-A3AC3BAD5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9"/>
          <a:stretch>
            <a:fillRect/>
          </a:stretch>
        </p:blipFill>
        <p:spPr>
          <a:xfrm>
            <a:off x="8033008" y="4935883"/>
            <a:ext cx="672001" cy="7200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91FD9B1D-9C6B-1EC6-A850-25FFCCDC5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0" r="16654"/>
          <a:stretch>
            <a:fillRect/>
          </a:stretch>
        </p:blipFill>
        <p:spPr>
          <a:xfrm>
            <a:off x="10256867" y="4911378"/>
            <a:ext cx="721167" cy="720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8D2CA35-1DD4-8985-D7FF-4428770DD870}"/>
              </a:ext>
            </a:extLst>
          </p:cNvPr>
          <p:cNvSpPr txBox="1"/>
          <p:nvPr/>
        </p:nvSpPr>
        <p:spPr>
          <a:xfrm>
            <a:off x="164946" y="2571918"/>
            <a:ext cx="184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Queue</a:t>
            </a:r>
            <a:endParaRPr lang="en-PH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763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BD178-49FD-F7FD-428F-486BE9E5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14A3B5D3-D8B9-C7CE-A0DC-0A068C9C0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348812"/>
              </p:ext>
            </p:extLst>
          </p:nvPr>
        </p:nvGraphicFramePr>
        <p:xfrm>
          <a:off x="3187809" y="2709000"/>
          <a:ext cx="8128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847E9F2B-03C3-8E3F-46D7-CC7A6029C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802357" y="2762559"/>
            <a:ext cx="688822" cy="72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FD80715-BD74-71F2-BC08-84C518F27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089" y="2762559"/>
            <a:ext cx="646844" cy="72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113023F-CC48-B4CC-D58A-B2A0B0A83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77" y="2762590"/>
            <a:ext cx="1082975" cy="72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BCE50F3-1BA8-E89F-A97C-E8B2800627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0" y="2776368"/>
            <a:ext cx="1167567" cy="72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52A8BC-CA88-A170-34A5-2BF6EA55B0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3136368"/>
            <a:ext cx="720000" cy="72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E2933474-4593-1F2C-C501-3D03F426D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307417"/>
              </p:ext>
            </p:extLst>
          </p:nvPr>
        </p:nvGraphicFramePr>
        <p:xfrm>
          <a:off x="3391863" y="1748954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8D821A78-DABC-2620-2673-6AEB5E5D268C}"/>
              </a:ext>
            </a:extLst>
          </p:cNvPr>
          <p:cNvSpPr/>
          <p:nvPr/>
        </p:nvSpPr>
        <p:spPr>
          <a:xfrm rot="16200000" flipV="1">
            <a:off x="3931308" y="2211293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A0C3451E-2871-9FAC-6E93-CD0361C85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012513"/>
              </p:ext>
            </p:extLst>
          </p:nvPr>
        </p:nvGraphicFramePr>
        <p:xfrm>
          <a:off x="9531297" y="1810514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6BA21C35-7F33-973A-2C44-80CFC1BF60D5}"/>
              </a:ext>
            </a:extLst>
          </p:cNvPr>
          <p:cNvSpPr/>
          <p:nvPr/>
        </p:nvSpPr>
        <p:spPr>
          <a:xfrm rot="16200000" flipV="1">
            <a:off x="10070742" y="2243298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FF7CCF-8505-0135-722D-ADAE838841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8075202"/>
            <a:ext cx="720000" cy="720000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C7CAB79-AC66-1466-8917-377F7340A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538831"/>
              </p:ext>
            </p:extLst>
          </p:nvPr>
        </p:nvGraphicFramePr>
        <p:xfrm>
          <a:off x="3391863" y="7092352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7" name="Arrow: Left 65">
            <a:extLst>
              <a:ext uri="{FF2B5EF4-FFF2-40B4-BE49-F238E27FC236}">
                <a16:creationId xmlns:a16="http://schemas.microsoft.com/office/drawing/2014/main" id="{821F4B48-3AD2-42AB-AF3D-0F2E0636C263}"/>
              </a:ext>
            </a:extLst>
          </p:cNvPr>
          <p:cNvSpPr/>
          <p:nvPr/>
        </p:nvSpPr>
        <p:spPr>
          <a:xfrm rot="16200000" flipV="1">
            <a:off x="3931308" y="7579306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38" name="Table 35">
            <a:extLst>
              <a:ext uri="{FF2B5EF4-FFF2-40B4-BE49-F238E27FC236}">
                <a16:creationId xmlns:a16="http://schemas.microsoft.com/office/drawing/2014/main" id="{CA109B31-A8ED-2A33-32E4-A93F855B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512746"/>
              </p:ext>
            </p:extLst>
          </p:nvPr>
        </p:nvGraphicFramePr>
        <p:xfrm>
          <a:off x="10300152" y="7154311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9" name="Arrow: Left 65">
            <a:extLst>
              <a:ext uri="{FF2B5EF4-FFF2-40B4-BE49-F238E27FC236}">
                <a16:creationId xmlns:a16="http://schemas.microsoft.com/office/drawing/2014/main" id="{38B0CB0D-138F-8083-8964-005DF1245575}"/>
              </a:ext>
            </a:extLst>
          </p:cNvPr>
          <p:cNvSpPr/>
          <p:nvPr/>
        </p:nvSpPr>
        <p:spPr>
          <a:xfrm rot="16200000" flipV="1">
            <a:off x="10839597" y="7587095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66D7E683-4126-5056-D668-1C06AD672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05946"/>
              </p:ext>
            </p:extLst>
          </p:nvPr>
        </p:nvGraphicFramePr>
        <p:xfrm>
          <a:off x="3196029" y="8099707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6" name="Table 4">
            <a:extLst>
              <a:ext uri="{FF2B5EF4-FFF2-40B4-BE49-F238E27FC236}">
                <a16:creationId xmlns:a16="http://schemas.microsoft.com/office/drawing/2014/main" id="{35142D7B-D4AF-1854-EA7D-8E0763C07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93535"/>
              </p:ext>
            </p:extLst>
          </p:nvPr>
        </p:nvGraphicFramePr>
        <p:xfrm>
          <a:off x="5621464" y="8099707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7" name="Table 4">
            <a:extLst>
              <a:ext uri="{FF2B5EF4-FFF2-40B4-BE49-F238E27FC236}">
                <a16:creationId xmlns:a16="http://schemas.microsoft.com/office/drawing/2014/main" id="{0B5B24E4-81AC-5EA1-BAD8-BD3093BD4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289877"/>
              </p:ext>
            </p:extLst>
          </p:nvPr>
        </p:nvGraphicFramePr>
        <p:xfrm>
          <a:off x="7873852" y="8099707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8" name="Table 4">
            <a:extLst>
              <a:ext uri="{FF2B5EF4-FFF2-40B4-BE49-F238E27FC236}">
                <a16:creationId xmlns:a16="http://schemas.microsoft.com/office/drawing/2014/main" id="{5D7E501B-F0BB-0F6E-E82E-601388B58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144184"/>
              </p:ext>
            </p:extLst>
          </p:nvPr>
        </p:nvGraphicFramePr>
        <p:xfrm>
          <a:off x="10169009" y="8099707"/>
          <a:ext cx="17964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17A61A-6070-5741-D47B-55FD1F176907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4996029" y="8459707"/>
            <a:ext cx="62543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55070EF-99FD-9DCC-2578-1265D5F190D2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7421464" y="8459707"/>
            <a:ext cx="45238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CB0951D-025A-C58D-2B72-87D0EF4639E2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9673852" y="8459707"/>
            <a:ext cx="49515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9115EFD-38A8-ED81-423C-786FFBFED587}"/>
              </a:ext>
            </a:extLst>
          </p:cNvPr>
          <p:cNvSpPr txBox="1"/>
          <p:nvPr/>
        </p:nvSpPr>
        <p:spPr>
          <a:xfrm>
            <a:off x="274005" y="8028820"/>
            <a:ext cx="17489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Dynamic Queue</a:t>
            </a:r>
            <a:endParaRPr lang="en-PH" sz="2500" dirty="0">
              <a:solidFill>
                <a:schemeClr val="bg1"/>
              </a:solidFill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D83441CB-E16F-10EF-8A04-2C3A7555E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312686" y="8075202"/>
            <a:ext cx="688822" cy="720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3AE0546-9AAB-39F7-3196-F26EE3D7F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430" y="8075202"/>
            <a:ext cx="646844" cy="7200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D0F68F7-FD26-7A9B-7CD9-CCD28749FB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9"/>
          <a:stretch>
            <a:fillRect/>
          </a:stretch>
        </p:blipFill>
        <p:spPr>
          <a:xfrm>
            <a:off x="8033008" y="8099707"/>
            <a:ext cx="672001" cy="7200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0A04215-4D02-BC45-31B3-BC6403647E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0" r="16654"/>
          <a:stretch>
            <a:fillRect/>
          </a:stretch>
        </p:blipFill>
        <p:spPr>
          <a:xfrm>
            <a:off x="10256867" y="8075202"/>
            <a:ext cx="721167" cy="720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CAD742AB-CA19-3365-4F61-62CA498244D2}"/>
              </a:ext>
            </a:extLst>
          </p:cNvPr>
          <p:cNvSpPr txBox="1"/>
          <p:nvPr/>
        </p:nvSpPr>
        <p:spPr>
          <a:xfrm>
            <a:off x="164946" y="2998113"/>
            <a:ext cx="184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Queue</a:t>
            </a:r>
            <a:endParaRPr lang="en-PH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D8295-9AC1-9525-257C-E97E3F5E4F81}"/>
              </a:ext>
            </a:extLst>
          </p:cNvPr>
          <p:cNvSpPr txBox="1"/>
          <p:nvPr/>
        </p:nvSpPr>
        <p:spPr>
          <a:xfrm>
            <a:off x="609600" y="5372418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 static queue is implemented using arrays. This will only allow our queue to have </a:t>
            </a:r>
            <a:r>
              <a:rPr lang="en-US" sz="2400" b="1" dirty="0">
                <a:solidFill>
                  <a:schemeClr val="bg1"/>
                </a:solidFill>
              </a:rPr>
              <a:t>a fixed number of elements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854CFE-5710-964B-14A6-32DCBEDBC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571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64470-654E-A260-FFC3-1BC6820B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F651732-832D-A3DC-DE93-3E7957954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488582"/>
              </p:ext>
            </p:extLst>
          </p:nvPr>
        </p:nvGraphicFramePr>
        <p:xfrm>
          <a:off x="3187809" y="-1603920"/>
          <a:ext cx="8128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5EBB7422-3971-E5BC-3366-F49119F0C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802357" y="-1550361"/>
            <a:ext cx="688822" cy="72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1B1EAAF-2546-AF85-DB94-3A1FC383C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089" y="-1550361"/>
            <a:ext cx="646844" cy="720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3CCF96E-7181-B964-3E82-000B5E9FD7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77" y="-1550330"/>
            <a:ext cx="1082975" cy="72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70C2F8D-F0AF-FD24-E908-D8ACA35FC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0" y="-1536552"/>
            <a:ext cx="1167567" cy="72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8AB4F9-F7B9-E097-CAE6-508C298F54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-1176552"/>
            <a:ext cx="720000" cy="720000"/>
          </a:xfrm>
          <a:prstGeom prst="rect">
            <a:avLst/>
          </a:prstGeom>
        </p:spPr>
      </p:pic>
      <p:graphicFrame>
        <p:nvGraphicFramePr>
          <p:cNvPr id="3" name="Table 35">
            <a:extLst>
              <a:ext uri="{FF2B5EF4-FFF2-40B4-BE49-F238E27FC236}">
                <a16:creationId xmlns:a16="http://schemas.microsoft.com/office/drawing/2014/main" id="{54922FF3-43C6-8348-A337-872DDA3BF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64732"/>
              </p:ext>
            </p:extLst>
          </p:nvPr>
        </p:nvGraphicFramePr>
        <p:xfrm>
          <a:off x="3391863" y="-2563966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4" name="Arrow: Left 65">
            <a:extLst>
              <a:ext uri="{FF2B5EF4-FFF2-40B4-BE49-F238E27FC236}">
                <a16:creationId xmlns:a16="http://schemas.microsoft.com/office/drawing/2014/main" id="{C6FDC534-5781-6830-8F66-B959931FC7D7}"/>
              </a:ext>
            </a:extLst>
          </p:cNvPr>
          <p:cNvSpPr/>
          <p:nvPr/>
        </p:nvSpPr>
        <p:spPr>
          <a:xfrm rot="16200000" flipV="1">
            <a:off x="3931308" y="-2101627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" name="Table 35">
            <a:extLst>
              <a:ext uri="{FF2B5EF4-FFF2-40B4-BE49-F238E27FC236}">
                <a16:creationId xmlns:a16="http://schemas.microsoft.com/office/drawing/2014/main" id="{134E2A0C-FAE5-E5A8-D267-774A642FE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729123"/>
              </p:ext>
            </p:extLst>
          </p:nvPr>
        </p:nvGraphicFramePr>
        <p:xfrm>
          <a:off x="9531297" y="-2502406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2B02F095-972D-C5EC-AABF-26CC4C22A754}"/>
              </a:ext>
            </a:extLst>
          </p:cNvPr>
          <p:cNvSpPr/>
          <p:nvPr/>
        </p:nvSpPr>
        <p:spPr>
          <a:xfrm rot="16200000" flipV="1">
            <a:off x="10070742" y="-2069622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7057E77-A181-FBBD-2A9D-AD2D5524C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75" y="3060736"/>
            <a:ext cx="720000" cy="720000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12DDCDE-A031-4457-4C22-535CB5FE5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31518"/>
              </p:ext>
            </p:extLst>
          </p:nvPr>
        </p:nvGraphicFramePr>
        <p:xfrm>
          <a:off x="3391863" y="2077886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7" name="Arrow: Left 65">
            <a:extLst>
              <a:ext uri="{FF2B5EF4-FFF2-40B4-BE49-F238E27FC236}">
                <a16:creationId xmlns:a16="http://schemas.microsoft.com/office/drawing/2014/main" id="{575ADAC0-3D39-0FD1-80EE-2C8605FF5164}"/>
              </a:ext>
            </a:extLst>
          </p:cNvPr>
          <p:cNvSpPr/>
          <p:nvPr/>
        </p:nvSpPr>
        <p:spPr>
          <a:xfrm rot="16200000" flipV="1">
            <a:off x="3931308" y="2564840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38" name="Table 35">
            <a:extLst>
              <a:ext uri="{FF2B5EF4-FFF2-40B4-BE49-F238E27FC236}">
                <a16:creationId xmlns:a16="http://schemas.microsoft.com/office/drawing/2014/main" id="{766AC546-A141-38DD-C0AC-E9143C870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861187"/>
              </p:ext>
            </p:extLst>
          </p:nvPr>
        </p:nvGraphicFramePr>
        <p:xfrm>
          <a:off x="10300152" y="213984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39" name="Arrow: Left 65">
            <a:extLst>
              <a:ext uri="{FF2B5EF4-FFF2-40B4-BE49-F238E27FC236}">
                <a16:creationId xmlns:a16="http://schemas.microsoft.com/office/drawing/2014/main" id="{4AEAF538-249C-2262-027F-BA21F88AE42C}"/>
              </a:ext>
            </a:extLst>
          </p:cNvPr>
          <p:cNvSpPr/>
          <p:nvPr/>
        </p:nvSpPr>
        <p:spPr>
          <a:xfrm rot="16200000" flipV="1">
            <a:off x="10839597" y="2572629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65" name="Table 4">
            <a:extLst>
              <a:ext uri="{FF2B5EF4-FFF2-40B4-BE49-F238E27FC236}">
                <a16:creationId xmlns:a16="http://schemas.microsoft.com/office/drawing/2014/main" id="{A865B72F-BC60-F73C-4695-16C1B21BA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05966"/>
              </p:ext>
            </p:extLst>
          </p:nvPr>
        </p:nvGraphicFramePr>
        <p:xfrm>
          <a:off x="3196029" y="3085241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6" name="Table 4">
            <a:extLst>
              <a:ext uri="{FF2B5EF4-FFF2-40B4-BE49-F238E27FC236}">
                <a16:creationId xmlns:a16="http://schemas.microsoft.com/office/drawing/2014/main" id="{BFA7C5F0-4C31-9FB7-998F-FB59ECAB5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118796"/>
              </p:ext>
            </p:extLst>
          </p:nvPr>
        </p:nvGraphicFramePr>
        <p:xfrm>
          <a:off x="5621464" y="3085241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7" name="Table 4">
            <a:extLst>
              <a:ext uri="{FF2B5EF4-FFF2-40B4-BE49-F238E27FC236}">
                <a16:creationId xmlns:a16="http://schemas.microsoft.com/office/drawing/2014/main" id="{CFECE30E-CBCA-9490-59B1-4FFD6A924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52490"/>
              </p:ext>
            </p:extLst>
          </p:nvPr>
        </p:nvGraphicFramePr>
        <p:xfrm>
          <a:off x="7873852" y="3085241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graphicFrame>
        <p:nvGraphicFramePr>
          <p:cNvPr id="68" name="Table 4">
            <a:extLst>
              <a:ext uri="{FF2B5EF4-FFF2-40B4-BE49-F238E27FC236}">
                <a16:creationId xmlns:a16="http://schemas.microsoft.com/office/drawing/2014/main" id="{A8D9C50F-4EF0-9E71-6BB8-5637B0CB6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05572"/>
              </p:ext>
            </p:extLst>
          </p:nvPr>
        </p:nvGraphicFramePr>
        <p:xfrm>
          <a:off x="10169009" y="3085241"/>
          <a:ext cx="17964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801851880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55690431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PH" sz="15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822919"/>
                  </a:ext>
                </a:extLst>
              </a:tr>
            </a:tbl>
          </a:graphicData>
        </a:graphic>
      </p:graphicFrame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A979E4C-8AA6-64CD-760D-26B294440077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4996029" y="3445241"/>
            <a:ext cx="62543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549F83-62DD-AB3D-7FC9-9FD5AA968517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7421464" y="3445241"/>
            <a:ext cx="45238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8690CB3-C183-EBC2-8EDB-181C17635C76}"/>
              </a:ext>
            </a:extLst>
          </p:cNvPr>
          <p:cNvCxnSpPr>
            <a:cxnSpLocks/>
            <a:stCxn id="67" idx="3"/>
            <a:endCxn id="68" idx="1"/>
          </p:cNvCxnSpPr>
          <p:nvPr/>
        </p:nvCxnSpPr>
        <p:spPr>
          <a:xfrm>
            <a:off x="9673852" y="3445241"/>
            <a:ext cx="49515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36D063D-6FB0-D602-D45A-8C0812E714D7}"/>
              </a:ext>
            </a:extLst>
          </p:cNvPr>
          <p:cNvSpPr txBox="1"/>
          <p:nvPr/>
        </p:nvSpPr>
        <p:spPr>
          <a:xfrm>
            <a:off x="274005" y="3014354"/>
            <a:ext cx="17489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Dynamic Queue</a:t>
            </a:r>
            <a:endParaRPr lang="en-PH" sz="2500" dirty="0">
              <a:solidFill>
                <a:schemeClr val="bg1"/>
              </a:solidFill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2E06399-6705-F9A6-BA85-78B6E9490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5"/>
          <a:stretch>
            <a:fillRect/>
          </a:stretch>
        </p:blipFill>
        <p:spPr>
          <a:xfrm>
            <a:off x="3312686" y="3060736"/>
            <a:ext cx="688822" cy="720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C830F8A-D074-54D6-0913-2BB0CF2CE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430" y="3060736"/>
            <a:ext cx="646844" cy="7200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457DAADE-DCAC-437A-C172-431E080C5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9"/>
          <a:stretch>
            <a:fillRect/>
          </a:stretch>
        </p:blipFill>
        <p:spPr>
          <a:xfrm>
            <a:off x="8033008" y="3085241"/>
            <a:ext cx="672001" cy="7200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4AF5F135-D80F-BE6A-5FCA-DBDE11075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0" r="16654"/>
          <a:stretch>
            <a:fillRect/>
          </a:stretch>
        </p:blipFill>
        <p:spPr>
          <a:xfrm>
            <a:off x="10256867" y="3060736"/>
            <a:ext cx="721167" cy="720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9B1B348-BB25-BDD9-BDDA-65443E35BF9F}"/>
              </a:ext>
            </a:extLst>
          </p:cNvPr>
          <p:cNvSpPr txBox="1"/>
          <p:nvPr/>
        </p:nvSpPr>
        <p:spPr>
          <a:xfrm>
            <a:off x="164946" y="-1314807"/>
            <a:ext cx="184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Static Queue</a:t>
            </a:r>
            <a:endParaRPr lang="en-PH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5229B-BFE4-A5FD-1699-F789BA424D03}"/>
              </a:ext>
            </a:extLst>
          </p:cNvPr>
          <p:cNvSpPr txBox="1"/>
          <p:nvPr/>
        </p:nvSpPr>
        <p:spPr>
          <a:xfrm>
            <a:off x="609600" y="5372418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 dynamic queue is implemented using linked lists. This will allow our queue to have as many elements as we want to.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4AE36C-112D-B17B-5D30-3EBB97EA6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Dynamic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8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5451-C101-945A-8617-F9B085B4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CA5BFD-5FAF-4CA2-2D0F-C312432EFD64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00437A51-7906-6BDA-4707-1195A84DC508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775B6FD2-F18A-A1D6-E849-8E7CA8DF2B58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DE023FE-E9AA-4339-5D75-6A390EDA07EA}"/>
              </a:ext>
            </a:extLst>
          </p:cNvPr>
          <p:cNvSpPr txBox="1"/>
          <p:nvPr/>
        </p:nvSpPr>
        <p:spPr>
          <a:xfrm>
            <a:off x="3068964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7F3EC-C1EA-CECE-9F62-2EBF2A482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4566858" y="5462823"/>
            <a:ext cx="401633" cy="72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7A69A-C717-D598-2CDA-28819E5401F0}"/>
              </a:ext>
            </a:extLst>
          </p:cNvPr>
          <p:cNvSpPr txBox="1"/>
          <p:nvPr/>
        </p:nvSpPr>
        <p:spPr>
          <a:xfrm>
            <a:off x="8043037" y="837211"/>
            <a:ext cx="3600711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front;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rear;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isFull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clear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745A01-5D23-2BA4-F6A4-B6448461B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100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737F4-9DB6-ECF4-27FB-62F2AFDF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8A19C6A-099D-1318-0CC8-F5E44A3C3FF7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61A61EF0-764D-25AE-ABF1-6D9FD207D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759999"/>
              </p:ext>
            </p:extLst>
          </p:nvPr>
        </p:nvGraphicFramePr>
        <p:xfrm>
          <a:off x="1274725" y="1414121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9B99A6A1-287F-CD38-B967-7F387A9C5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73634"/>
              </p:ext>
            </p:extLst>
          </p:nvPr>
        </p:nvGraphicFramePr>
        <p:xfrm>
          <a:off x="1274725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54410E35-B7EE-75C9-707E-889C1766F37F}"/>
              </a:ext>
            </a:extLst>
          </p:cNvPr>
          <p:cNvSpPr txBox="1"/>
          <p:nvPr/>
        </p:nvSpPr>
        <p:spPr>
          <a:xfrm>
            <a:off x="3068964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DE94EB-2B9B-60D2-833F-7959CC79037D}"/>
              </a:ext>
            </a:extLst>
          </p:cNvPr>
          <p:cNvSpPr txBox="1"/>
          <p:nvPr/>
        </p:nvSpPr>
        <p:spPr>
          <a:xfrm>
            <a:off x="7319772" y="1414121"/>
            <a:ext cx="3745326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rear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784AA-B339-0B42-B4E4-1A67695F0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4566858" y="5462823"/>
            <a:ext cx="401633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7F6F78-48C7-A6A6-AEAA-B8DFA89A06EE}"/>
              </a:ext>
            </a:extLst>
          </p:cNvPr>
          <p:cNvSpPr txBox="1"/>
          <p:nvPr/>
        </p:nvSpPr>
        <p:spPr>
          <a:xfrm>
            <a:off x="7319772" y="4121918"/>
            <a:ext cx="3745326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delete[]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1674E1-55E9-17A3-6DE6-E6C72A94A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896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040F1-374F-3DB1-DF88-EE788715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0BAA39-6971-99D0-E197-D46204CEA0A1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3038346A-D5CB-C376-A625-6BD94FA39A76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709BCDB5-7459-2055-729B-EDA1EA5EB1F2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55ECE752-C01E-7BD3-9C6D-7DEA692BEF39}"/>
              </a:ext>
            </a:extLst>
          </p:cNvPr>
          <p:cNvSpPr txBox="1"/>
          <p:nvPr/>
        </p:nvSpPr>
        <p:spPr>
          <a:xfrm>
            <a:off x="3068964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0E04A-1D92-5B2D-DB2A-3E10B7AB0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4566858" y="5462823"/>
            <a:ext cx="401633" cy="7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F31CD5-0D1A-63D2-5EFC-6BD5EA070DC1}"/>
              </a:ext>
            </a:extLst>
          </p:cNvPr>
          <p:cNvSpPr txBox="1"/>
          <p:nvPr/>
        </p:nvSpPr>
        <p:spPr>
          <a:xfrm>
            <a:off x="7694008" y="1160376"/>
            <a:ext cx="3952611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isFull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status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status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5549A4-C9A5-0C08-F746-2D3868C84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297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2353D-C23A-A7F0-FB97-9C73D70E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AC4E0A-4C50-9C7D-8A37-7F89288CD558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07A75AF6-95D1-E99A-A2B3-86D77CB3D94B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1246591E-B159-0724-233D-1A820AEDB3CE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12FBEBB-02BD-7733-507B-B668071B4050}"/>
              </a:ext>
            </a:extLst>
          </p:cNvPr>
          <p:cNvSpPr txBox="1"/>
          <p:nvPr/>
        </p:nvSpPr>
        <p:spPr>
          <a:xfrm>
            <a:off x="3068964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18115-BAF4-85C8-B50A-7C1B63041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4566858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B798CA-8E70-8167-92F3-FF36D3697058}"/>
              </a:ext>
            </a:extLst>
          </p:cNvPr>
          <p:cNvSpPr txBox="1"/>
          <p:nvPr/>
        </p:nvSpPr>
        <p:spPr>
          <a:xfrm>
            <a:off x="7784328" y="1414121"/>
            <a:ext cx="3439885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dirty="0">
              <a:solidFill>
                <a:srgbClr val="BBBEB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dirty="0">
                <a:solidFill>
                  <a:srgbClr val="BBBE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38F6ED-25E0-EF54-E275-1F904E238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871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23B58-030D-31D1-4A13-2D6FA625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84AC27-E41E-34FC-A725-4FAB5CA8FAF7}"/>
              </a:ext>
            </a:extLst>
          </p:cNvPr>
          <p:cNvSpPr txBox="1"/>
          <p:nvPr/>
        </p:nvSpPr>
        <p:spPr>
          <a:xfrm>
            <a:off x="3541776" y="2914703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E1F2D18A-DA49-8B98-958A-48F0430ED84D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1414121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DF724BEF-8B30-FFE4-3586-0FCE357CE750}"/>
              </a:ext>
            </a:extLst>
          </p:cNvPr>
          <p:cNvGraphicFramePr>
            <a:graphicFrameLocks noGrp="1"/>
          </p:cNvGraphicFramePr>
          <p:nvPr/>
        </p:nvGraphicFramePr>
        <p:xfrm>
          <a:off x="1274725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9E8C9A9-4805-73DB-D114-E961D0862A5B}"/>
              </a:ext>
            </a:extLst>
          </p:cNvPr>
          <p:cNvSpPr txBox="1"/>
          <p:nvPr/>
        </p:nvSpPr>
        <p:spPr>
          <a:xfrm>
            <a:off x="3068964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CEEC2-FD79-72A3-A4E9-735A63253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4566858" y="5462823"/>
            <a:ext cx="401633" cy="7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0EBB8F-D0E3-551F-757A-CD67B7BEDF7E}"/>
              </a:ext>
            </a:extLst>
          </p:cNvPr>
          <p:cNvSpPr txBox="1"/>
          <p:nvPr/>
        </p:nvSpPr>
        <p:spPr>
          <a:xfrm>
            <a:off x="7859721" y="1414121"/>
            <a:ext cx="3439884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clear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A9A127-6582-E362-AE65-C03FADAED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Static Queue</a:t>
            </a:r>
            <a:endParaRPr lang="en-P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751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64F94-B44B-D0B5-8DB2-46F661AA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79E95D-FD7C-DBF3-E652-6AF3C1059B3A}"/>
              </a:ext>
            </a:extLst>
          </p:cNvPr>
          <p:cNvSpPr txBox="1"/>
          <p:nvPr/>
        </p:nvSpPr>
        <p:spPr>
          <a:xfrm>
            <a:off x="2714462" y="5638175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80CB50C6-2536-A1E1-A19D-8AAE94E63088}"/>
              </a:ext>
            </a:extLst>
          </p:cNvPr>
          <p:cNvGraphicFramePr>
            <a:graphicFrameLocks noGrp="1"/>
          </p:cNvGraphicFramePr>
          <p:nvPr/>
        </p:nvGraphicFramePr>
        <p:xfrm>
          <a:off x="447411" y="4137593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74C09E40-1AE6-7661-FFFD-223335618984}"/>
              </a:ext>
            </a:extLst>
          </p:cNvPr>
          <p:cNvGraphicFramePr>
            <a:graphicFrameLocks noGrp="1"/>
          </p:cNvGraphicFramePr>
          <p:nvPr/>
        </p:nvGraphicFramePr>
        <p:xfrm>
          <a:off x="6529648" y="4659840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79F2B84-BDAD-F3A8-A654-106556567FE8}"/>
              </a:ext>
            </a:extLst>
          </p:cNvPr>
          <p:cNvSpPr txBox="1"/>
          <p:nvPr/>
        </p:nvSpPr>
        <p:spPr>
          <a:xfrm>
            <a:off x="8323887" y="5638175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E98B5-CA56-8190-7B93-612A25B9B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9821781" y="5509007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38A1C5-060B-C1AF-9965-704A9A0CBC0C}"/>
              </a:ext>
            </a:extLst>
          </p:cNvPr>
          <p:cNvSpPr txBox="1"/>
          <p:nvPr/>
        </p:nvSpPr>
        <p:spPr>
          <a:xfrm>
            <a:off x="1567677" y="462530"/>
            <a:ext cx="9056646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dirty="0">
                <a:solidFill>
                  <a:srgbClr val="C586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dirty="0">
                <a:solidFill>
                  <a:srgbClr val="BBBE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dirty="0" err="1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isFull</a:t>
            </a:r>
            <a:r>
              <a:rPr lang="en-PH" dirty="0">
                <a:solidFill>
                  <a:srgbClr val="BBBE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dirty="0">
              <a:solidFill>
                <a:srgbClr val="BBBEB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dirty="0" err="1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A5D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"Queue is full. Cannot enqueue "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FFA65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A5D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"."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rgbClr val="D2A8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dirty="0">
                <a:solidFill>
                  <a:srgbClr val="C9D1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dirty="0">
              <a:solidFill>
                <a:srgbClr val="BBBEB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7275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57F0D-4A60-D00B-50AF-71CFADE9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D4C438-D027-37D3-9243-8F6CA06A9376}"/>
              </a:ext>
            </a:extLst>
          </p:cNvPr>
          <p:cNvSpPr txBox="1"/>
          <p:nvPr/>
        </p:nvSpPr>
        <p:spPr>
          <a:xfrm>
            <a:off x="2714462" y="5638175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435FF505-2B3D-F934-60F8-157AFCCB2C30}"/>
              </a:ext>
            </a:extLst>
          </p:cNvPr>
          <p:cNvGraphicFramePr>
            <a:graphicFrameLocks noGrp="1"/>
          </p:cNvGraphicFramePr>
          <p:nvPr/>
        </p:nvGraphicFramePr>
        <p:xfrm>
          <a:off x="447411" y="4137593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898BE6FE-ED4D-B06E-D8BA-296EC06CC1C0}"/>
              </a:ext>
            </a:extLst>
          </p:cNvPr>
          <p:cNvGraphicFramePr>
            <a:graphicFrameLocks noGrp="1"/>
          </p:cNvGraphicFramePr>
          <p:nvPr/>
        </p:nvGraphicFramePr>
        <p:xfrm>
          <a:off x="6529648" y="4659840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83D5359-3F35-3CA6-EFAB-1EB56B7DBAC2}"/>
              </a:ext>
            </a:extLst>
          </p:cNvPr>
          <p:cNvSpPr txBox="1"/>
          <p:nvPr/>
        </p:nvSpPr>
        <p:spPr>
          <a:xfrm>
            <a:off x="8323887" y="5638175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1D1A0-D8C8-ACD9-498C-BF5CE4DE6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9821781" y="5509007"/>
            <a:ext cx="401633" cy="7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739619-F2AA-C3E3-F002-2942D386502B}"/>
              </a:ext>
            </a:extLst>
          </p:cNvPr>
          <p:cNvSpPr txBox="1"/>
          <p:nvPr/>
        </p:nvSpPr>
        <p:spPr>
          <a:xfrm>
            <a:off x="2273512" y="289679"/>
            <a:ext cx="7644976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"Queue is empty. Cannot dequeue."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0338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4A815-0775-D5DE-8EE9-04A2524F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C2B4F8-7745-C3CF-9171-F785908FC6FA}"/>
              </a:ext>
            </a:extLst>
          </p:cNvPr>
          <p:cNvSpPr txBox="1"/>
          <p:nvPr/>
        </p:nvSpPr>
        <p:spPr>
          <a:xfrm>
            <a:off x="2714462" y="5638175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2A6A6106-30B1-C0B6-A6EB-AD9300F8A9A7}"/>
              </a:ext>
            </a:extLst>
          </p:cNvPr>
          <p:cNvGraphicFramePr>
            <a:graphicFrameLocks noGrp="1"/>
          </p:cNvGraphicFramePr>
          <p:nvPr/>
        </p:nvGraphicFramePr>
        <p:xfrm>
          <a:off x="447411" y="4137593"/>
          <a:ext cx="54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 3</a:t>
                      </a:r>
                      <a:endParaRPr lang="en-PH" sz="25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55DB76A1-1397-C20F-DBE2-04DCE539F85B}"/>
              </a:ext>
            </a:extLst>
          </p:cNvPr>
          <p:cNvGraphicFramePr>
            <a:graphicFrameLocks noGrp="1"/>
          </p:cNvGraphicFramePr>
          <p:nvPr/>
        </p:nvGraphicFramePr>
        <p:xfrm>
          <a:off x="6529648" y="4659840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DA75D6B-4F9C-0123-3AE6-B5EF329A87BD}"/>
              </a:ext>
            </a:extLst>
          </p:cNvPr>
          <p:cNvSpPr txBox="1"/>
          <p:nvPr/>
        </p:nvSpPr>
        <p:spPr>
          <a:xfrm>
            <a:off x="8323887" y="5638175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7D48A-39F6-7FD4-379E-50F3074A6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9821781" y="5509007"/>
            <a:ext cx="401633" cy="7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66B369-6833-7EBD-60ED-F5A967FCE37C}"/>
              </a:ext>
            </a:extLst>
          </p:cNvPr>
          <p:cNvSpPr txBox="1"/>
          <p:nvPr/>
        </p:nvSpPr>
        <p:spPr>
          <a:xfrm>
            <a:off x="2273512" y="289679"/>
            <a:ext cx="7644976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"Queue is empty. Cannot dequeue."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queueSize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queueArray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lvl="1"/>
            <a:r>
              <a:rPr lang="en-PH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numItems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960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E3A1D-A3CF-732F-A325-59220AEB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9A94EE6-F517-E018-A565-0EC94A87BBD0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E7E4774B-95B6-2CB5-C3A7-228613D1A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15249"/>
              </p:ext>
            </p:extLst>
          </p:nvPr>
        </p:nvGraphicFramePr>
        <p:xfrm>
          <a:off x="1146000" y="1414121"/>
          <a:ext cx="450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C6B0A7CE-FBA4-4A6B-DA60-55EE57B76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572090"/>
              </p:ext>
            </p:extLst>
          </p:nvPr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36FE8D9-6165-4637-DEA4-710B803B79FD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EE2BC-AFBB-6357-A6D5-494BE7250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2C15CF-24FA-C05A-5D17-5B8701E68112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F1A1C-9589-5FC4-8DD1-9A30DC2B9C0D}"/>
              </a:ext>
            </a:extLst>
          </p:cNvPr>
          <p:cNvSpPr/>
          <p:nvPr/>
        </p:nvSpPr>
        <p:spPr>
          <a:xfrm>
            <a:off x="6718504" y="1337921"/>
            <a:ext cx="2120696" cy="3820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832BD-01F2-3633-2F7A-3687337BCF24}"/>
              </a:ext>
            </a:extLst>
          </p:cNvPr>
          <p:cNvSpPr txBox="1"/>
          <p:nvPr/>
        </p:nvSpPr>
        <p:spPr>
          <a:xfrm>
            <a:off x="12463856" y="4663641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4F7BE-D31C-7E04-B43E-4146E584DDDB}"/>
              </a:ext>
            </a:extLst>
          </p:cNvPr>
          <p:cNvSpPr txBox="1"/>
          <p:nvPr/>
        </p:nvSpPr>
        <p:spPr>
          <a:xfrm>
            <a:off x="13149554" y="4663641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CB063-2834-591E-3DE9-59722BE013E2}"/>
              </a:ext>
            </a:extLst>
          </p:cNvPr>
          <p:cNvSpPr txBox="1"/>
          <p:nvPr/>
        </p:nvSpPr>
        <p:spPr>
          <a:xfrm>
            <a:off x="15188282" y="4663641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96DFC-6261-C9E4-4CD3-00215BF632AD}"/>
              </a:ext>
            </a:extLst>
          </p:cNvPr>
          <p:cNvSpPr txBox="1"/>
          <p:nvPr/>
        </p:nvSpPr>
        <p:spPr>
          <a:xfrm>
            <a:off x="14515908" y="4663641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EA4C9-2564-B804-DEBE-20203F64BCB3}"/>
              </a:ext>
            </a:extLst>
          </p:cNvPr>
          <p:cNvSpPr txBox="1"/>
          <p:nvPr/>
        </p:nvSpPr>
        <p:spPr>
          <a:xfrm>
            <a:off x="13838019" y="4663641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2096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F4E60-FA65-AE57-971A-8A70A7E8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C2893F-33B9-0B8F-4F31-89FEB34DE681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5DFEC96F-AFF3-3EFC-7D81-6CCE1D55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54502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643530DB-FEAC-E309-4077-6E5667532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95901"/>
              </p:ext>
            </p:extLst>
          </p:nvPr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7A44E2F-4150-84AF-2C5C-79289C87CB0F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2ADD8-02CE-F1D3-1122-77162B67D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704FCA-9823-8DB8-551B-92B9B48CE956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61FA7-0DEB-602F-1D47-53F355BECF96}"/>
              </a:ext>
            </a:extLst>
          </p:cNvPr>
          <p:cNvSpPr/>
          <p:nvPr/>
        </p:nvSpPr>
        <p:spPr>
          <a:xfrm>
            <a:off x="6870904" y="2134121"/>
            <a:ext cx="2643210" cy="1164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D14D8-1BC0-216D-9448-5FA016DE23C0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67F00-DA04-B494-2F6C-A7AA1F485EB0}"/>
              </a:ext>
            </a:extLst>
          </p:cNvPr>
          <p:cNvSpPr txBox="1"/>
          <p:nvPr/>
        </p:nvSpPr>
        <p:spPr>
          <a:xfrm>
            <a:off x="1245951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CE68F-93A5-CBE6-43F8-55F23144B8DC}"/>
              </a:ext>
            </a:extLst>
          </p:cNvPr>
          <p:cNvSpPr txBox="1"/>
          <p:nvPr/>
        </p:nvSpPr>
        <p:spPr>
          <a:xfrm>
            <a:off x="1449824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4A1D74-58F8-910C-F1D9-7E2059755837}"/>
              </a:ext>
            </a:extLst>
          </p:cNvPr>
          <p:cNvSpPr txBox="1"/>
          <p:nvPr/>
        </p:nvSpPr>
        <p:spPr>
          <a:xfrm>
            <a:off x="1382586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60BD8-2C71-AF53-28DE-20F2F6F0F7AC}"/>
              </a:ext>
            </a:extLst>
          </p:cNvPr>
          <p:cNvSpPr txBox="1"/>
          <p:nvPr/>
        </p:nvSpPr>
        <p:spPr>
          <a:xfrm>
            <a:off x="1314798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16" name="Table 35">
            <a:extLst>
              <a:ext uri="{FF2B5EF4-FFF2-40B4-BE49-F238E27FC236}">
                <a16:creationId xmlns:a16="http://schemas.microsoft.com/office/drawing/2014/main" id="{0C289027-5A58-7FD1-8D8D-5C6EA1427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9112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7" name="Arrow: Left 65">
            <a:extLst>
              <a:ext uri="{FF2B5EF4-FFF2-40B4-BE49-F238E27FC236}">
                <a16:creationId xmlns:a16="http://schemas.microsoft.com/office/drawing/2014/main" id="{FA785BF8-F729-806F-6E2B-D91D5890930E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8" name="Table 35">
            <a:extLst>
              <a:ext uri="{FF2B5EF4-FFF2-40B4-BE49-F238E27FC236}">
                <a16:creationId xmlns:a16="http://schemas.microsoft.com/office/drawing/2014/main" id="{3493A383-5EDE-06EA-16D7-9309739A2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72019"/>
              </p:ext>
            </p:extLst>
          </p:nvPr>
        </p:nvGraphicFramePr>
        <p:xfrm>
          <a:off x="810851" y="46575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9" name="Arrow: Left 65">
            <a:extLst>
              <a:ext uri="{FF2B5EF4-FFF2-40B4-BE49-F238E27FC236}">
                <a16:creationId xmlns:a16="http://schemas.microsoft.com/office/drawing/2014/main" id="{CF7A837D-5DD4-7FCE-A183-893E0E292976}"/>
              </a:ext>
            </a:extLst>
          </p:cNvPr>
          <p:cNvSpPr/>
          <p:nvPr/>
        </p:nvSpPr>
        <p:spPr>
          <a:xfrm rot="16200000" flipV="1">
            <a:off x="1350296" y="898542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21" name="Table 35">
            <a:extLst>
              <a:ext uri="{FF2B5EF4-FFF2-40B4-BE49-F238E27FC236}">
                <a16:creationId xmlns:a16="http://schemas.microsoft.com/office/drawing/2014/main" id="{552A1591-3BA3-960F-4E64-930AF6EAE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22155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22" name="Arrow: Left 65">
            <a:extLst>
              <a:ext uri="{FF2B5EF4-FFF2-40B4-BE49-F238E27FC236}">
                <a16:creationId xmlns:a16="http://schemas.microsoft.com/office/drawing/2014/main" id="{E386C311-4DBE-74F0-FC91-67EF61A700C1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23" name="Table 35">
            <a:extLst>
              <a:ext uri="{FF2B5EF4-FFF2-40B4-BE49-F238E27FC236}">
                <a16:creationId xmlns:a16="http://schemas.microsoft.com/office/drawing/2014/main" id="{559BA9EF-3DC6-A40B-1D91-8826E099D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79720"/>
              </p:ext>
            </p:extLst>
          </p:nvPr>
        </p:nvGraphicFramePr>
        <p:xfrm>
          <a:off x="630851" y="371657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24" name="Arrow: Left 65">
            <a:extLst>
              <a:ext uri="{FF2B5EF4-FFF2-40B4-BE49-F238E27FC236}">
                <a16:creationId xmlns:a16="http://schemas.microsoft.com/office/drawing/2014/main" id="{9DB0EF8D-2E7D-C5A7-5E5E-BECC8215740D}"/>
              </a:ext>
            </a:extLst>
          </p:cNvPr>
          <p:cNvSpPr/>
          <p:nvPr/>
        </p:nvSpPr>
        <p:spPr>
          <a:xfrm rot="16200000" flipV="1">
            <a:off x="1170296" y="4149362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998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F5BED-599C-5584-FF27-54E66FFF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0120026-ED4D-C4EF-B487-C6479F8E6C85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46C42A03-9ECB-8322-0A3B-8273E5A6A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515215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08DA8813-BDC3-1721-9690-F275987204E5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3454A3D-6164-8B9C-E766-448048A317F9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92402-0E86-B40D-7DB2-9644D8D4E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FB8852-08FD-88C5-18EB-07E87ABBB2C0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9F6E2-B90B-F36E-AA16-F1E6BB11CB7B}"/>
              </a:ext>
            </a:extLst>
          </p:cNvPr>
          <p:cNvSpPr/>
          <p:nvPr/>
        </p:nvSpPr>
        <p:spPr>
          <a:xfrm>
            <a:off x="6870904" y="2134121"/>
            <a:ext cx="2643210" cy="1164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6C11A5-A70D-4958-3564-F78A0120D977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87564-53AF-52DB-1851-A5C3C02EDDCD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D63BC-8E04-B16E-7D8A-9A5FB85CCB00}"/>
              </a:ext>
            </a:extLst>
          </p:cNvPr>
          <p:cNvSpPr txBox="1"/>
          <p:nvPr/>
        </p:nvSpPr>
        <p:spPr>
          <a:xfrm>
            <a:off x="1449824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49C21-ADFE-4662-948D-551E57537C3F}"/>
              </a:ext>
            </a:extLst>
          </p:cNvPr>
          <p:cNvSpPr txBox="1"/>
          <p:nvPr/>
        </p:nvSpPr>
        <p:spPr>
          <a:xfrm>
            <a:off x="1382586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46F6E-C774-9501-584D-B49CE98188A2}"/>
              </a:ext>
            </a:extLst>
          </p:cNvPr>
          <p:cNvSpPr txBox="1"/>
          <p:nvPr/>
        </p:nvSpPr>
        <p:spPr>
          <a:xfrm>
            <a:off x="1314798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B802F5EC-F01F-C990-CB0B-54EE212AB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85671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D5A34BED-C20A-2478-09F9-7C96064B24E3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6CD74F7B-E190-0E3A-590B-E306B874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32296"/>
              </p:ext>
            </p:extLst>
          </p:nvPr>
        </p:nvGraphicFramePr>
        <p:xfrm>
          <a:off x="1759706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D5AB6323-FBE3-845F-6B67-5C89822CCBF8}"/>
              </a:ext>
            </a:extLst>
          </p:cNvPr>
          <p:cNvSpPr/>
          <p:nvPr/>
        </p:nvSpPr>
        <p:spPr>
          <a:xfrm rot="16200000" flipV="1">
            <a:off x="2299151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04B3A9AA-18F2-B520-DE88-853403B9E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909532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31E66FFD-68CC-2D6F-F7A1-0687F9C64448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5AE1C5A1-CB5F-ABB5-3558-FC23132CA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60821"/>
              </p:ext>
            </p:extLst>
          </p:nvPr>
        </p:nvGraphicFramePr>
        <p:xfrm>
          <a:off x="1350376" y="3716578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CAF7F0C8-B8E1-CDB2-E54B-A3BA329536D1}"/>
              </a:ext>
            </a:extLst>
          </p:cNvPr>
          <p:cNvSpPr/>
          <p:nvPr/>
        </p:nvSpPr>
        <p:spPr>
          <a:xfrm rot="16200000" flipV="1">
            <a:off x="1889821" y="4149362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970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4297A-461B-B0DA-8D01-9D408B9B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73A501-3800-9ADC-9F43-0E182384C0ED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A0314AD3-E8AC-9FEF-B5B0-DE4C7B9F9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6083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327E18FD-8A13-8A57-91BE-22C7A360BA01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A43D74A-09E6-745D-C3D0-7912B5F019E1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16F5E-5E5D-19B2-B6AC-89B0DD28B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93D6B5-10ED-BB5D-3A43-1E416A68F0DA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443F3-9138-0447-7854-C6F743A0417A}"/>
              </a:ext>
            </a:extLst>
          </p:cNvPr>
          <p:cNvSpPr/>
          <p:nvPr/>
        </p:nvSpPr>
        <p:spPr>
          <a:xfrm>
            <a:off x="6870904" y="2134121"/>
            <a:ext cx="2643210" cy="1164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32E92-4AB0-063E-87EB-1B15D9A8382B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F1865-3AC9-C275-15F4-EFBF105A2DA5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BA1FF-29A7-05D7-13C5-3AC8DEE80683}"/>
              </a:ext>
            </a:extLst>
          </p:cNvPr>
          <p:cNvSpPr txBox="1"/>
          <p:nvPr/>
        </p:nvSpPr>
        <p:spPr>
          <a:xfrm>
            <a:off x="1449824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E79C16-5064-0C9D-B442-3DC038263F9E}"/>
              </a:ext>
            </a:extLst>
          </p:cNvPr>
          <p:cNvSpPr txBox="1"/>
          <p:nvPr/>
        </p:nvSpPr>
        <p:spPr>
          <a:xfrm>
            <a:off x="1382586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5ACF4-BD6E-E950-D9C1-1F86E331B8D2}"/>
              </a:ext>
            </a:extLst>
          </p:cNvPr>
          <p:cNvSpPr txBox="1"/>
          <p:nvPr/>
        </p:nvSpPr>
        <p:spPr>
          <a:xfrm>
            <a:off x="258505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9D0C8F1E-A1B1-ED42-3BB5-2E0FB521B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47240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A18162BB-6695-703F-C651-3A50D222BD4F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43AB279D-9BCE-C8B4-0AC6-29ED2B1B9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823086"/>
              </p:ext>
            </p:extLst>
          </p:nvPr>
        </p:nvGraphicFramePr>
        <p:xfrm>
          <a:off x="2621383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55146FEF-2AAD-D68B-C187-0D4660F4FE7C}"/>
              </a:ext>
            </a:extLst>
          </p:cNvPr>
          <p:cNvSpPr/>
          <p:nvPr/>
        </p:nvSpPr>
        <p:spPr>
          <a:xfrm rot="16200000" flipV="1">
            <a:off x="3160828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E9CBBC42-28DA-A5E4-4BFB-0ED833F64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59593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220C17C5-9525-DCD7-2C5B-13A25D880906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CB21B148-8DD7-B115-9205-D049DA549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952894"/>
              </p:ext>
            </p:extLst>
          </p:nvPr>
        </p:nvGraphicFramePr>
        <p:xfrm>
          <a:off x="2080973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03B4C01E-2439-E094-339A-3077B2F8C801}"/>
              </a:ext>
            </a:extLst>
          </p:cNvPr>
          <p:cNvSpPr/>
          <p:nvPr/>
        </p:nvSpPr>
        <p:spPr>
          <a:xfrm rot="16200000" flipV="1">
            <a:off x="2620418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5566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7E97E-10B1-B9CC-49FF-C72684DF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3A4EC5D-BDC1-9723-E949-92F43C1DBDE4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0A6F777C-4241-162A-7B04-831BF989B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12521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CE0F8AB4-0133-C11B-3195-A9286DFB46F2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B5358CB7-4175-8395-EEE6-D4C92C27CEB4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352DE-17F0-A20C-141F-AF8D87C0A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1A0AD-E147-4C4B-2B8A-B506BA00F538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9ECCB-09B4-7AD6-4555-C04B1DB6D5E0}"/>
              </a:ext>
            </a:extLst>
          </p:cNvPr>
          <p:cNvSpPr/>
          <p:nvPr/>
        </p:nvSpPr>
        <p:spPr>
          <a:xfrm>
            <a:off x="6870904" y="2134121"/>
            <a:ext cx="2643210" cy="1164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FB2CB-9E27-E7B2-2D8B-1A4BA509B9CC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3CE00-EFEB-5B45-629F-0D3B0C8B7F65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C8CB24-C3C0-55BF-6E42-E34502912FC2}"/>
              </a:ext>
            </a:extLst>
          </p:cNvPr>
          <p:cNvSpPr txBox="1"/>
          <p:nvPr/>
        </p:nvSpPr>
        <p:spPr>
          <a:xfrm>
            <a:off x="1449824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8C66A-4D33-EAD3-1D6E-24AF175E2237}"/>
              </a:ext>
            </a:extLst>
          </p:cNvPr>
          <p:cNvSpPr txBox="1"/>
          <p:nvPr/>
        </p:nvSpPr>
        <p:spPr>
          <a:xfrm>
            <a:off x="330457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4706E-AA38-D66A-B6D2-7AE4416E5623}"/>
              </a:ext>
            </a:extLst>
          </p:cNvPr>
          <p:cNvSpPr txBox="1"/>
          <p:nvPr/>
        </p:nvSpPr>
        <p:spPr>
          <a:xfrm>
            <a:off x="258505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A293C13A-B01B-2309-9BFF-912D224E2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78986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64A54B57-318D-3A4B-2239-9387D43D16C1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9B3A620D-1139-5A54-4A15-8D8DD645C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6084"/>
              </p:ext>
            </p:extLst>
          </p:nvPr>
        </p:nvGraphicFramePr>
        <p:xfrm>
          <a:off x="3541726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1B93BF73-8421-F58B-AC08-2FBBA0AF0FF2}"/>
              </a:ext>
            </a:extLst>
          </p:cNvPr>
          <p:cNvSpPr/>
          <p:nvPr/>
        </p:nvSpPr>
        <p:spPr>
          <a:xfrm rot="16200000" flipV="1">
            <a:off x="4081171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F6736A93-0606-B060-8D28-E42A58BF1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06976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D0FEA53B-6464-1475-78FE-8FA9E66A4E5A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B50A4823-9758-C272-8AB0-D6728973C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09050"/>
              </p:ext>
            </p:extLst>
          </p:nvPr>
        </p:nvGraphicFramePr>
        <p:xfrm>
          <a:off x="2772869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10C48ACB-3333-9AEE-5CE0-8EBD1ED4840A}"/>
              </a:ext>
            </a:extLst>
          </p:cNvPr>
          <p:cNvSpPr/>
          <p:nvPr/>
        </p:nvSpPr>
        <p:spPr>
          <a:xfrm rot="16200000" flipV="1">
            <a:off x="3312314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0149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CFAEE-192A-74F4-9364-5CE84211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F54891-785C-1FAE-FD07-EEF6DED2A0A6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456A37B8-3DF3-056C-0741-752702FD7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417272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363E5055-8E57-3882-8A07-0F782440F931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9C1FED4-13C1-D24B-4E77-522B298D016B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8CF2F-F56A-B924-4636-A7CCA773C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8F4AD-1CFD-DA58-0C60-A86822494179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8E126-F31A-6ADB-357E-B0D94E96E808}"/>
              </a:ext>
            </a:extLst>
          </p:cNvPr>
          <p:cNvSpPr/>
          <p:nvPr/>
        </p:nvSpPr>
        <p:spPr>
          <a:xfrm>
            <a:off x="6870904" y="2134121"/>
            <a:ext cx="2643210" cy="1164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5A452D-3B57-948E-41F2-D248A14B3DC9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215EF-B1C7-7B98-1D5A-CC245097FDA6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115A9-3D89-7D09-755A-1D20E62C91A4}"/>
              </a:ext>
            </a:extLst>
          </p:cNvPr>
          <p:cNvSpPr txBox="1"/>
          <p:nvPr/>
        </p:nvSpPr>
        <p:spPr>
          <a:xfrm>
            <a:off x="40241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7D5165-A331-5BCB-8075-E7B1B31A1109}"/>
              </a:ext>
            </a:extLst>
          </p:cNvPr>
          <p:cNvSpPr txBox="1"/>
          <p:nvPr/>
        </p:nvSpPr>
        <p:spPr>
          <a:xfrm>
            <a:off x="330457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1A23E3-2811-BB44-2A74-320D60ADD571}"/>
              </a:ext>
            </a:extLst>
          </p:cNvPr>
          <p:cNvSpPr txBox="1"/>
          <p:nvPr/>
        </p:nvSpPr>
        <p:spPr>
          <a:xfrm>
            <a:off x="258505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97F04584-F1F8-6A76-2094-D723668AF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73231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ED5B3CF4-2F2F-EC34-302D-59250A82931B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20E0DD1B-2DBC-C000-1F6C-D14A53982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09765"/>
              </p:ext>
            </p:extLst>
          </p:nvPr>
        </p:nvGraphicFramePr>
        <p:xfrm>
          <a:off x="4468051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51BDE157-4FC3-C40F-4D2C-F4FDB3AEFBFE}"/>
              </a:ext>
            </a:extLst>
          </p:cNvPr>
          <p:cNvSpPr/>
          <p:nvPr/>
        </p:nvSpPr>
        <p:spPr>
          <a:xfrm rot="16200000" flipV="1">
            <a:off x="5007496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18E56241-E95B-9C27-AFBF-2897E31E4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58905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3070619F-98DE-C8B9-B55C-24DC7CB5462E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7205DE06-C86C-0F31-4BD4-D4225FC04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372546"/>
              </p:ext>
            </p:extLst>
          </p:nvPr>
        </p:nvGraphicFramePr>
        <p:xfrm>
          <a:off x="3535097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37C59A33-45D3-6EB1-EA2B-951C608F3E28}"/>
              </a:ext>
            </a:extLst>
          </p:cNvPr>
          <p:cNvSpPr/>
          <p:nvPr/>
        </p:nvSpPr>
        <p:spPr>
          <a:xfrm rot="16200000" flipV="1">
            <a:off x="4074542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9839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C7C8-24B8-93A5-7FCF-A79C333B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AC8AF7D-1744-42D3-CF48-2B9A5D3C378E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5086C507-6412-B811-B889-3036920B3349}"/>
              </a:ext>
            </a:extLst>
          </p:cNvPr>
          <p:cNvGraphicFramePr>
            <a:graphicFrameLocks noGrp="1"/>
          </p:cNvGraphicFramePr>
          <p:nvPr/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4865BFA7-1B0C-1A24-2343-F53FDAA4F399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5C4D265-E876-13DB-C178-7E0DE8E89EA8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668DD-8A1A-70F8-5210-A46DF84AB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6AEB5-6586-16E5-8EEB-2CE299FB1E7D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2574D-7405-4AA4-5948-C5E8154274CF}"/>
              </a:ext>
            </a:extLst>
          </p:cNvPr>
          <p:cNvSpPr/>
          <p:nvPr/>
        </p:nvSpPr>
        <p:spPr>
          <a:xfrm>
            <a:off x="6870903" y="3382362"/>
            <a:ext cx="4985123" cy="7888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4E6A96-0888-8BA2-556C-119B294F5967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93EA3-7916-B401-9C53-347244DA3DB5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78F92-F3B7-B4A6-FBE2-35BD02534F96}"/>
              </a:ext>
            </a:extLst>
          </p:cNvPr>
          <p:cNvSpPr txBox="1"/>
          <p:nvPr/>
        </p:nvSpPr>
        <p:spPr>
          <a:xfrm>
            <a:off x="40241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9B7C2-43A8-2EBC-5F3A-F50904B49158}"/>
              </a:ext>
            </a:extLst>
          </p:cNvPr>
          <p:cNvSpPr txBox="1"/>
          <p:nvPr/>
        </p:nvSpPr>
        <p:spPr>
          <a:xfrm>
            <a:off x="330457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7F9A1A-5967-20A4-BB63-4D81C9EC68FF}"/>
              </a:ext>
            </a:extLst>
          </p:cNvPr>
          <p:cNvSpPr txBox="1"/>
          <p:nvPr/>
        </p:nvSpPr>
        <p:spPr>
          <a:xfrm>
            <a:off x="258505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F447EA2D-6E86-3A04-4A8F-8F6519793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09107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01451163-DC56-1868-2719-97E4D4455CC2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BD6365F0-7889-9FEC-8A7C-E36E21D62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571383"/>
              </p:ext>
            </p:extLst>
          </p:nvPr>
        </p:nvGraphicFramePr>
        <p:xfrm>
          <a:off x="4468051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2A70FD41-CA9B-79E4-A217-FA7059902677}"/>
              </a:ext>
            </a:extLst>
          </p:cNvPr>
          <p:cNvSpPr/>
          <p:nvPr/>
        </p:nvSpPr>
        <p:spPr>
          <a:xfrm rot="16200000" flipV="1">
            <a:off x="5007496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7880B3C0-2F7B-75FA-8A9A-B42885BC1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08606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35423FAF-7462-5B83-DB45-5864DF13B17D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49C7DD42-704E-9276-46A4-4525A648C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04319"/>
              </p:ext>
            </p:extLst>
          </p:nvPr>
        </p:nvGraphicFramePr>
        <p:xfrm>
          <a:off x="3535097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3F8E9551-EE56-731D-E10C-94605B622CFB}"/>
              </a:ext>
            </a:extLst>
          </p:cNvPr>
          <p:cNvSpPr/>
          <p:nvPr/>
        </p:nvSpPr>
        <p:spPr>
          <a:xfrm rot="16200000" flipV="1">
            <a:off x="4074542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3012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D83FE-7239-0A57-7FC1-4B0278CA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9772CED-0E60-EAFB-D2C8-DFF6D1FAE7F9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3C880177-4118-1E3C-8747-CB461E1C409A}"/>
              </a:ext>
            </a:extLst>
          </p:cNvPr>
          <p:cNvGraphicFramePr>
            <a:graphicFrameLocks noGrp="1"/>
          </p:cNvGraphicFramePr>
          <p:nvPr/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51A20F6D-C09F-F64A-3B3E-CD959B7215C0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AB245A8-027E-9C9A-017F-F6BD2223DCDF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6D2F6-DD10-5EE4-DC5F-EC771C13D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118E3B-4F1E-A62A-9F02-41C41C7FCBBA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ECBA2D-DDB9-B205-01D6-6D2232E381B8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F5509-4CA6-4DAB-B313-679EF709BF61}"/>
              </a:ext>
            </a:extLst>
          </p:cNvPr>
          <p:cNvSpPr txBox="1"/>
          <p:nvPr/>
        </p:nvSpPr>
        <p:spPr>
          <a:xfrm>
            <a:off x="11460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BE7A41-C59E-98A8-E02E-72E03E31A850}"/>
              </a:ext>
            </a:extLst>
          </p:cNvPr>
          <p:cNvSpPr txBox="1"/>
          <p:nvPr/>
        </p:nvSpPr>
        <p:spPr>
          <a:xfrm>
            <a:off x="18655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0BA10-637B-7A85-4E9A-D02B5AD86EC9}"/>
              </a:ext>
            </a:extLst>
          </p:cNvPr>
          <p:cNvSpPr txBox="1"/>
          <p:nvPr/>
        </p:nvSpPr>
        <p:spPr>
          <a:xfrm>
            <a:off x="40241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5094B-8180-EE06-56B2-53BD27CE8EA0}"/>
              </a:ext>
            </a:extLst>
          </p:cNvPr>
          <p:cNvSpPr txBox="1"/>
          <p:nvPr/>
        </p:nvSpPr>
        <p:spPr>
          <a:xfrm>
            <a:off x="330457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17570-7861-52B7-173F-59A6630BD236}"/>
              </a:ext>
            </a:extLst>
          </p:cNvPr>
          <p:cNvSpPr txBox="1"/>
          <p:nvPr/>
        </p:nvSpPr>
        <p:spPr>
          <a:xfrm>
            <a:off x="258505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298321DB-156E-7C95-4005-A24101CAF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09107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9903820D-44AA-657C-1F4C-188411985151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FD6251E0-7540-3A34-5E98-A0449F63E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571383"/>
              </p:ext>
            </p:extLst>
          </p:nvPr>
        </p:nvGraphicFramePr>
        <p:xfrm>
          <a:off x="4468051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7F48BC65-9F06-4886-C1AF-C532B8A6EB61}"/>
              </a:ext>
            </a:extLst>
          </p:cNvPr>
          <p:cNvSpPr/>
          <p:nvPr/>
        </p:nvSpPr>
        <p:spPr>
          <a:xfrm rot="16200000" flipV="1">
            <a:off x="5007496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8B3A792E-CCA7-B1C9-A12F-63F0B65DD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08606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4A40F46A-3E9B-0900-F850-8C36E1E684B4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25F843FD-5C05-30A9-0807-4CA50C147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04319"/>
              </p:ext>
            </p:extLst>
          </p:nvPr>
        </p:nvGraphicFramePr>
        <p:xfrm>
          <a:off x="3535097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1ABEEB2C-71B1-74D9-D8C9-8837010A4C8B}"/>
              </a:ext>
            </a:extLst>
          </p:cNvPr>
          <p:cNvSpPr/>
          <p:nvPr/>
        </p:nvSpPr>
        <p:spPr>
          <a:xfrm rot="16200000" flipV="1">
            <a:off x="4074542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7916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71235-00F0-28DB-924E-182B0CE6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CFCF89-0175-CFCD-A220-9073D9644427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CD5AFEFA-C35E-591B-A2DB-680BE23BD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157784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131B0B1E-F566-DFE6-7661-C193BAB0A11D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449CB42-9D3E-4C42-349B-824F59E8A79A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32601-DEB5-670C-D475-BE00242C9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ABE733-7AA7-84FC-6179-2F5C4E4A05A1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29D13-F3D8-9C08-64FC-C29CB122AEC0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4A0BC-8877-6580-E8F5-9BDD10AFF0D5}"/>
              </a:ext>
            </a:extLst>
          </p:cNvPr>
          <p:cNvSpPr txBox="1"/>
          <p:nvPr/>
        </p:nvSpPr>
        <p:spPr>
          <a:xfrm>
            <a:off x="-873104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557E7-0F8B-7FC7-CA36-8B015A5615F4}"/>
              </a:ext>
            </a:extLst>
          </p:cNvPr>
          <p:cNvSpPr txBox="1"/>
          <p:nvPr/>
        </p:nvSpPr>
        <p:spPr>
          <a:xfrm>
            <a:off x="1160298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D9316-BA96-EADD-68C9-D1F57F8C31EB}"/>
              </a:ext>
            </a:extLst>
          </p:cNvPr>
          <p:cNvSpPr txBox="1"/>
          <p:nvPr/>
        </p:nvSpPr>
        <p:spPr>
          <a:xfrm>
            <a:off x="331887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04767-8740-8D70-E53C-8DF45DAEF9FD}"/>
              </a:ext>
            </a:extLst>
          </p:cNvPr>
          <p:cNvSpPr txBox="1"/>
          <p:nvPr/>
        </p:nvSpPr>
        <p:spPr>
          <a:xfrm>
            <a:off x="2599348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7B1AC-1D0F-4C9A-82C6-11ED20EBDF1A}"/>
              </a:ext>
            </a:extLst>
          </p:cNvPr>
          <p:cNvSpPr txBox="1"/>
          <p:nvPr/>
        </p:nvSpPr>
        <p:spPr>
          <a:xfrm>
            <a:off x="187982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34709F1D-162D-D5F7-1D49-C20C8A25C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09107"/>
              </p:ext>
            </p:extLst>
          </p:nvPr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0A57D25C-45B3-4C6C-F8B5-F02415EA2293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D540749C-4C0A-4A60-8C74-0AB8AE4D1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11881"/>
              </p:ext>
            </p:extLst>
          </p:nvPr>
        </p:nvGraphicFramePr>
        <p:xfrm>
          <a:off x="3582869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ED0AB784-A198-FD9E-4602-043CA3D36724}"/>
              </a:ext>
            </a:extLst>
          </p:cNvPr>
          <p:cNvSpPr/>
          <p:nvPr/>
        </p:nvSpPr>
        <p:spPr>
          <a:xfrm rot="16200000" flipV="1">
            <a:off x="4122314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0D49B6C7-15B9-7E3A-81F3-F04C3B857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08606"/>
              </p:ext>
            </p:extLst>
          </p:nvPr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44ABAA91-57F7-D848-2713-C0603CF8D91D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6F23EDD9-42C3-2933-44CF-B32DE6A34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79865"/>
              </p:ext>
            </p:extLst>
          </p:nvPr>
        </p:nvGraphicFramePr>
        <p:xfrm>
          <a:off x="2814014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6A6DB891-A628-756D-F574-AF367417CED0}"/>
              </a:ext>
            </a:extLst>
          </p:cNvPr>
          <p:cNvSpPr/>
          <p:nvPr/>
        </p:nvSpPr>
        <p:spPr>
          <a:xfrm rot="16200000" flipV="1">
            <a:off x="3353459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8394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51F84-9BB5-6C15-F8C4-815821B9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FB0589-B9AA-1EBF-E5DB-E1404F2520DF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BDF13067-80D1-D953-62EF-457DE848E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974299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B1C37B44-ED38-4043-A9CE-11EC49673F43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5268198-FEF8-ACB3-B27B-4A25F8757C03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BD219-84BF-E86F-59FC-A6A388049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084C7-E556-C2D2-22A4-D9718D785208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B2521-2BDB-8049-F392-45CFB5E4F0E4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90636-EA25-FBBC-DA02-AEE6B79FA5F2}"/>
              </a:ext>
            </a:extLst>
          </p:cNvPr>
          <p:cNvSpPr txBox="1"/>
          <p:nvPr/>
        </p:nvSpPr>
        <p:spPr>
          <a:xfrm>
            <a:off x="-106255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26A19-1702-3E1F-7E7E-02CBAA9D5522}"/>
              </a:ext>
            </a:extLst>
          </p:cNvPr>
          <p:cNvSpPr txBox="1"/>
          <p:nvPr/>
        </p:nvSpPr>
        <p:spPr>
          <a:xfrm>
            <a:off x="-618327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A1852-3F73-B80E-992C-26DFFCD93B02}"/>
              </a:ext>
            </a:extLst>
          </p:cNvPr>
          <p:cNvSpPr txBox="1"/>
          <p:nvPr/>
        </p:nvSpPr>
        <p:spPr>
          <a:xfrm>
            <a:off x="2621447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815AB3-1989-0BBA-D93E-F96B92FB7C37}"/>
              </a:ext>
            </a:extLst>
          </p:cNvPr>
          <p:cNvSpPr txBox="1"/>
          <p:nvPr/>
        </p:nvSpPr>
        <p:spPr>
          <a:xfrm>
            <a:off x="1901922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A73F8-FF37-B664-93BF-537FF7A38027}"/>
              </a:ext>
            </a:extLst>
          </p:cNvPr>
          <p:cNvSpPr txBox="1"/>
          <p:nvPr/>
        </p:nvSpPr>
        <p:spPr>
          <a:xfrm>
            <a:off x="1182397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09056F2D-9038-FF77-723F-E2201CABE16D}"/>
              </a:ext>
            </a:extLst>
          </p:cNvPr>
          <p:cNvGraphicFramePr>
            <a:graphicFrameLocks noGrp="1"/>
          </p:cNvGraphicFramePr>
          <p:nvPr/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8EC6451D-1772-5275-177F-1B6FEA4889B9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12E33B06-67E2-B727-4A55-3766A568E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611017"/>
              </p:ext>
            </p:extLst>
          </p:nvPr>
        </p:nvGraphicFramePr>
        <p:xfrm>
          <a:off x="2634013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EA218B8A-DF45-9FF9-86AF-0A47037F0AAA}"/>
              </a:ext>
            </a:extLst>
          </p:cNvPr>
          <p:cNvSpPr/>
          <p:nvPr/>
        </p:nvSpPr>
        <p:spPr>
          <a:xfrm rot="16200000" flipV="1">
            <a:off x="3173458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C051FC73-D20C-C7C4-50FB-B07562D41F88}"/>
              </a:ext>
            </a:extLst>
          </p:cNvPr>
          <p:cNvGraphicFramePr>
            <a:graphicFrameLocks noGrp="1"/>
          </p:cNvGraphicFramePr>
          <p:nvPr/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C7CE1C5A-CE79-0094-FB4A-92DF645C02FE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4E123485-6126-6720-E319-F2AF781AA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37800"/>
              </p:ext>
            </p:extLst>
          </p:nvPr>
        </p:nvGraphicFramePr>
        <p:xfrm>
          <a:off x="2119231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319049FF-4476-80EE-63D2-077F18089178}"/>
              </a:ext>
            </a:extLst>
          </p:cNvPr>
          <p:cNvSpPr/>
          <p:nvPr/>
        </p:nvSpPr>
        <p:spPr>
          <a:xfrm rot="16200000" flipV="1">
            <a:off x="2658676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26613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585C2-15C6-E3BE-9AA4-5E9BD7C1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1906A5-BA1A-01B4-4441-64D2EFF11FEF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74064D29-AF76-3402-C689-ED41E6213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643246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D8B32675-E8F4-75FD-7780-49ED76184EAE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7D5B3DB-26D8-9C0A-52C9-54959F3E588B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9C5BC-716F-07FD-9B60-629C16738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6CCFD3-2C91-63D0-83C1-37D428149559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46627-82AE-079B-A9A5-06128F0248DF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C445F-7FE5-432B-0343-6A1D009661AA}"/>
              </a:ext>
            </a:extLst>
          </p:cNvPr>
          <p:cNvSpPr txBox="1"/>
          <p:nvPr/>
        </p:nvSpPr>
        <p:spPr>
          <a:xfrm>
            <a:off x="-150678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0BB6F-7BF8-B3FD-01FA-384393BCCE5A}"/>
              </a:ext>
            </a:extLst>
          </p:cNvPr>
          <p:cNvSpPr txBox="1"/>
          <p:nvPr/>
        </p:nvSpPr>
        <p:spPr>
          <a:xfrm>
            <a:off x="-106255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CDA796-8CA6-FA18-D5AE-E8DD1506DEF1}"/>
              </a:ext>
            </a:extLst>
          </p:cNvPr>
          <p:cNvSpPr txBox="1"/>
          <p:nvPr/>
        </p:nvSpPr>
        <p:spPr>
          <a:xfrm>
            <a:off x="190106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6E233A-4189-B371-BC9D-F51B0729491E}"/>
              </a:ext>
            </a:extLst>
          </p:cNvPr>
          <p:cNvSpPr txBox="1"/>
          <p:nvPr/>
        </p:nvSpPr>
        <p:spPr>
          <a:xfrm>
            <a:off x="118154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84D905-DFA3-606B-667B-FE7E3A77B440}"/>
              </a:ext>
            </a:extLst>
          </p:cNvPr>
          <p:cNvSpPr txBox="1"/>
          <p:nvPr/>
        </p:nvSpPr>
        <p:spPr>
          <a:xfrm>
            <a:off x="-56323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7A0D2DCD-0EB6-1F42-3903-7145C0DDEF8E}"/>
              </a:ext>
            </a:extLst>
          </p:cNvPr>
          <p:cNvGraphicFramePr>
            <a:graphicFrameLocks noGrp="1"/>
          </p:cNvGraphicFramePr>
          <p:nvPr/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C21FD882-CA2E-966F-12AE-F4DF2132ACCA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D9E901B4-EED8-6E1F-CE5D-169FD32B6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919671"/>
              </p:ext>
            </p:extLst>
          </p:nvPr>
        </p:nvGraphicFramePr>
        <p:xfrm>
          <a:off x="1721382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2B63BC08-8704-9802-FB97-6F045CCCA701}"/>
              </a:ext>
            </a:extLst>
          </p:cNvPr>
          <p:cNvSpPr/>
          <p:nvPr/>
        </p:nvSpPr>
        <p:spPr>
          <a:xfrm rot="16200000" flipV="1">
            <a:off x="2260827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946B76D0-FB84-EFCB-0A69-8CBE531E67D4}"/>
              </a:ext>
            </a:extLst>
          </p:cNvPr>
          <p:cNvGraphicFramePr>
            <a:graphicFrameLocks noGrp="1"/>
          </p:cNvGraphicFramePr>
          <p:nvPr/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FB233582-5DFF-7021-26F5-660368F3AE16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2482331E-6A06-7C66-C59D-16B928A3B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30131"/>
              </p:ext>
            </p:extLst>
          </p:nvPr>
        </p:nvGraphicFramePr>
        <p:xfrm>
          <a:off x="1399706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33183A45-8F0F-9099-B4EE-403ADB670735}"/>
              </a:ext>
            </a:extLst>
          </p:cNvPr>
          <p:cNvSpPr/>
          <p:nvPr/>
        </p:nvSpPr>
        <p:spPr>
          <a:xfrm rot="16200000" flipV="1">
            <a:off x="1939151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3603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2A195-2AAC-225B-9C1F-3CACCFC4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FC9FE6-58A8-ED0C-7037-E8B66A24BC92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99E0450B-83C7-97AB-E806-0F6AAA130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004886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r>
                        <a:rPr lang="en-PH" sz="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DE5F3CBF-B2EE-3B27-12C4-BDBBE51AABC6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129047D-4974-AF30-57FF-945D0F906617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3D0E7-4A59-1FC8-E35B-E13CE7EAC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50B820-B2F2-AD22-F0E9-D7C73AB588D3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06F83-EC8D-2E44-2BE0-C9DECE42B223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1960B-0A43-9761-C72D-BF6C4A9DB54C}"/>
              </a:ext>
            </a:extLst>
          </p:cNvPr>
          <p:cNvSpPr txBox="1"/>
          <p:nvPr/>
        </p:nvSpPr>
        <p:spPr>
          <a:xfrm>
            <a:off x="-2106257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DA8B2-BC92-CF91-C416-661535B785E6}"/>
              </a:ext>
            </a:extLst>
          </p:cNvPr>
          <p:cNvSpPr txBox="1"/>
          <p:nvPr/>
        </p:nvSpPr>
        <p:spPr>
          <a:xfrm>
            <a:off x="-166202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D0A0FD-FC0B-0112-20D5-D811067863BC}"/>
              </a:ext>
            </a:extLst>
          </p:cNvPr>
          <p:cNvSpPr txBox="1"/>
          <p:nvPr/>
        </p:nvSpPr>
        <p:spPr>
          <a:xfrm>
            <a:off x="1163947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290FCE-9136-75B4-5CE7-B0D09C982E8F}"/>
              </a:ext>
            </a:extLst>
          </p:cNvPr>
          <p:cNvSpPr txBox="1"/>
          <p:nvPr/>
        </p:nvSpPr>
        <p:spPr>
          <a:xfrm>
            <a:off x="-61189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0FA5D-4448-9E18-5C1A-1E40628BF305}"/>
              </a:ext>
            </a:extLst>
          </p:cNvPr>
          <p:cNvSpPr txBox="1"/>
          <p:nvPr/>
        </p:nvSpPr>
        <p:spPr>
          <a:xfrm>
            <a:off x="-1162704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E27D79B2-FECD-4079-8F85-BC6C6DFF2FCE}"/>
              </a:ext>
            </a:extLst>
          </p:cNvPr>
          <p:cNvGraphicFramePr>
            <a:graphicFrameLocks noGrp="1"/>
          </p:cNvGraphicFramePr>
          <p:nvPr/>
        </p:nvGraphicFramePr>
        <p:xfrm>
          <a:off x="810851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A8517307-1AA4-5E93-652A-026E65671758}"/>
              </a:ext>
            </a:extLst>
          </p:cNvPr>
          <p:cNvSpPr/>
          <p:nvPr/>
        </p:nvSpPr>
        <p:spPr>
          <a:xfrm rot="16200000" flipV="1">
            <a:off x="1350296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A405C827-F64B-E89B-D04A-93773F502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28504"/>
              </p:ext>
            </p:extLst>
          </p:nvPr>
        </p:nvGraphicFramePr>
        <p:xfrm>
          <a:off x="810851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D730390C-596D-C14C-0A93-7593ECDF1A28}"/>
              </a:ext>
            </a:extLst>
          </p:cNvPr>
          <p:cNvSpPr/>
          <p:nvPr/>
        </p:nvSpPr>
        <p:spPr>
          <a:xfrm rot="16200000" flipV="1">
            <a:off x="1350296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43474BC8-5785-5607-847F-5FDB46C28844}"/>
              </a:ext>
            </a:extLst>
          </p:cNvPr>
          <p:cNvGraphicFramePr>
            <a:graphicFrameLocks noGrp="1"/>
          </p:cNvGraphicFramePr>
          <p:nvPr/>
        </p:nvGraphicFramePr>
        <p:xfrm>
          <a:off x="630851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0A2FE16A-7A10-12C6-7B9E-1A27A4501A7E}"/>
              </a:ext>
            </a:extLst>
          </p:cNvPr>
          <p:cNvSpPr/>
          <p:nvPr/>
        </p:nvSpPr>
        <p:spPr>
          <a:xfrm rot="16200000" flipV="1">
            <a:off x="1170296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8A13ED7C-E5E7-176A-41C5-4A644A18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57058"/>
              </p:ext>
            </p:extLst>
          </p:nvPr>
        </p:nvGraphicFramePr>
        <p:xfrm>
          <a:off x="630851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65264830-914A-8E70-D528-A3F2F2E05ABD}"/>
              </a:ext>
            </a:extLst>
          </p:cNvPr>
          <p:cNvSpPr/>
          <p:nvPr/>
        </p:nvSpPr>
        <p:spPr>
          <a:xfrm rot="16200000" flipV="1">
            <a:off x="1170296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6173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636B4-97CF-A374-0B24-867D5C1F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FEDDF77-76F3-AEAE-29B2-F75677513F94}"/>
              </a:ext>
            </a:extLst>
          </p:cNvPr>
          <p:cNvSpPr txBox="1"/>
          <p:nvPr/>
        </p:nvSpPr>
        <p:spPr>
          <a:xfrm>
            <a:off x="3030239" y="2920697"/>
            <a:ext cx="86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Array</a:t>
            </a:r>
          </a:p>
        </p:txBody>
      </p:sp>
      <p:graphicFrame>
        <p:nvGraphicFramePr>
          <p:cNvPr id="40" name="Table 10">
            <a:extLst>
              <a:ext uri="{FF2B5EF4-FFF2-40B4-BE49-F238E27FC236}">
                <a16:creationId xmlns:a16="http://schemas.microsoft.com/office/drawing/2014/main" id="{EA77A506-3586-A7DE-4287-FD1DE2C5C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48777"/>
              </p:ext>
            </p:extLst>
          </p:nvPr>
        </p:nvGraphicFramePr>
        <p:xfrm>
          <a:off x="1146000" y="1414121"/>
          <a:ext cx="4500000" cy="1441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9997181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915920"/>
                    </a:ext>
                  </a:extLst>
                </a:gridCol>
              </a:tblGrid>
              <a:tr h="851626"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  <a:tr h="588374"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500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519892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F2A7F299-5A3A-8D1A-745B-1E45CD2C0F7F}"/>
              </a:ext>
            </a:extLst>
          </p:cNvPr>
          <p:cNvGraphicFramePr>
            <a:graphicFrameLocks noGrp="1"/>
          </p:cNvGraphicFramePr>
          <p:nvPr/>
        </p:nvGraphicFramePr>
        <p:xfrm>
          <a:off x="696000" y="4613656"/>
          <a:ext cx="5400000" cy="911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10249415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36811302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2508213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64385027"/>
                    </a:ext>
                  </a:extLst>
                </a:gridCol>
              </a:tblGrid>
              <a:tr h="91175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pPr algn="ctr"/>
                      <a:endParaRPr lang="en-P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666264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56AA0C8-E4C1-DA12-3E1F-28F6AE0E93D3}"/>
              </a:ext>
            </a:extLst>
          </p:cNvPr>
          <p:cNvSpPr txBox="1"/>
          <p:nvPr/>
        </p:nvSpPr>
        <p:spPr>
          <a:xfrm>
            <a:off x="2490239" y="5591991"/>
            <a:ext cx="108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F3BB6-4948-7E5C-9116-5EDAB8D5C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988133" y="5462823"/>
            <a:ext cx="401633" cy="7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FD8919-F043-6794-9161-2700E05423DF}"/>
              </a:ext>
            </a:extLst>
          </p:cNvPr>
          <p:cNvSpPr txBox="1"/>
          <p:nvPr/>
        </p:nvSpPr>
        <p:spPr>
          <a:xfrm>
            <a:off x="6365525" y="982176"/>
            <a:ext cx="5592471" cy="5493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PH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"Enqueueing 5 items..."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Enqueue 5 items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Attempt to enqueue a 6th item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"Attempting to enqueue a 6th item..."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8B949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//Dequeue and retrieve all items in the queue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values in the queue are: "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PH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</a:t>
            </a:r>
            <a:r>
              <a:rPr lang="en-PH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>
                <a:solidFill>
                  <a:srgbClr val="FF7B7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myQueue.</a:t>
            </a:r>
            <a:r>
              <a:rPr lang="en-PH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(value);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value </a:t>
            </a:r>
            <a:r>
              <a:rPr lang="en-PH" sz="1300" b="0" dirty="0">
                <a:solidFill>
                  <a:srgbClr val="D2A8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PH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1300" b="0" dirty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PH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8A2A6-411F-3CFA-1F6F-C9EA89864047}"/>
              </a:ext>
            </a:extLst>
          </p:cNvPr>
          <p:cNvSpPr/>
          <p:nvPr/>
        </p:nvSpPr>
        <p:spPr>
          <a:xfrm>
            <a:off x="6870903" y="4686583"/>
            <a:ext cx="4985123" cy="1475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6B61CE-7CB5-9F5D-5677-7E4B76117DA6}"/>
              </a:ext>
            </a:extLst>
          </p:cNvPr>
          <p:cNvSpPr txBox="1"/>
          <p:nvPr/>
        </p:nvSpPr>
        <p:spPr>
          <a:xfrm>
            <a:off x="-2495953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27719-EDB7-C4B8-C3FB-F1CDBC8A516A}"/>
              </a:ext>
            </a:extLst>
          </p:cNvPr>
          <p:cNvSpPr txBox="1"/>
          <p:nvPr/>
        </p:nvSpPr>
        <p:spPr>
          <a:xfrm>
            <a:off x="-205172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29D90-4C74-7DFB-C8E6-1A8160DE2F2E}"/>
              </a:ext>
            </a:extLst>
          </p:cNvPr>
          <p:cNvSpPr txBox="1"/>
          <p:nvPr/>
        </p:nvSpPr>
        <p:spPr>
          <a:xfrm>
            <a:off x="-491519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EC4D8-0690-EDC2-5867-5ABD2889D4CB}"/>
              </a:ext>
            </a:extLst>
          </p:cNvPr>
          <p:cNvSpPr txBox="1"/>
          <p:nvPr/>
        </p:nvSpPr>
        <p:spPr>
          <a:xfrm>
            <a:off x="-1001595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14DD0-8EB8-C979-3448-604134536F9A}"/>
              </a:ext>
            </a:extLst>
          </p:cNvPr>
          <p:cNvSpPr txBox="1"/>
          <p:nvPr/>
        </p:nvSpPr>
        <p:spPr>
          <a:xfrm>
            <a:off x="-1552400" y="4613656"/>
            <a:ext cx="5100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2</a:t>
            </a:r>
          </a:p>
        </p:txBody>
      </p:sp>
      <p:graphicFrame>
        <p:nvGraphicFramePr>
          <p:cNvPr id="4" name="Table 35">
            <a:extLst>
              <a:ext uri="{FF2B5EF4-FFF2-40B4-BE49-F238E27FC236}">
                <a16:creationId xmlns:a16="http://schemas.microsoft.com/office/drawing/2014/main" id="{33EFB807-13D6-13C7-7BBF-2FF3ED9A0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54160"/>
              </p:ext>
            </p:extLst>
          </p:nvPr>
        </p:nvGraphicFramePr>
        <p:xfrm>
          <a:off x="-1110498" y="41648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7" name="Arrow: Left 65">
            <a:extLst>
              <a:ext uri="{FF2B5EF4-FFF2-40B4-BE49-F238E27FC236}">
                <a16:creationId xmlns:a16="http://schemas.microsoft.com/office/drawing/2014/main" id="{EB2CF2E1-2272-5FDD-56FC-AADD2DEB9487}"/>
              </a:ext>
            </a:extLst>
          </p:cNvPr>
          <p:cNvSpPr/>
          <p:nvPr/>
        </p:nvSpPr>
        <p:spPr>
          <a:xfrm rot="16200000" flipV="1">
            <a:off x="-571053" y="90343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9" name="Table 35">
            <a:extLst>
              <a:ext uri="{FF2B5EF4-FFF2-40B4-BE49-F238E27FC236}">
                <a16:creationId xmlns:a16="http://schemas.microsoft.com/office/drawing/2014/main" id="{6FDF0BB5-0FA5-3FCF-D40C-4157A96DA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321169"/>
              </p:ext>
            </p:extLst>
          </p:nvPr>
        </p:nvGraphicFramePr>
        <p:xfrm>
          <a:off x="-1110498" y="46575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0" name="Arrow: Left 65">
            <a:extLst>
              <a:ext uri="{FF2B5EF4-FFF2-40B4-BE49-F238E27FC236}">
                <a16:creationId xmlns:a16="http://schemas.microsoft.com/office/drawing/2014/main" id="{307BBE83-7035-CD3C-8970-D44A07D844B0}"/>
              </a:ext>
            </a:extLst>
          </p:cNvPr>
          <p:cNvSpPr/>
          <p:nvPr/>
        </p:nvSpPr>
        <p:spPr>
          <a:xfrm rot="16200000" flipV="1">
            <a:off x="-571053" y="89854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1" name="Table 35">
            <a:extLst>
              <a:ext uri="{FF2B5EF4-FFF2-40B4-BE49-F238E27FC236}">
                <a16:creationId xmlns:a16="http://schemas.microsoft.com/office/drawing/2014/main" id="{CD88C444-CFA0-6E89-068A-0709F3EC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7422"/>
              </p:ext>
            </p:extLst>
          </p:nvPr>
        </p:nvGraphicFramePr>
        <p:xfrm>
          <a:off x="-1290498" y="3667305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Front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6" name="Arrow: Left 65">
            <a:extLst>
              <a:ext uri="{FF2B5EF4-FFF2-40B4-BE49-F238E27FC236}">
                <a16:creationId xmlns:a16="http://schemas.microsoft.com/office/drawing/2014/main" id="{E1A8752D-E158-5FC3-FE04-D337E899C87D}"/>
              </a:ext>
            </a:extLst>
          </p:cNvPr>
          <p:cNvSpPr/>
          <p:nvPr/>
        </p:nvSpPr>
        <p:spPr>
          <a:xfrm rot="16200000" flipV="1">
            <a:off x="-751053" y="4154259"/>
            <a:ext cx="458823" cy="3600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7" name="Table 35">
            <a:extLst>
              <a:ext uri="{FF2B5EF4-FFF2-40B4-BE49-F238E27FC236}">
                <a16:creationId xmlns:a16="http://schemas.microsoft.com/office/drawing/2014/main" id="{F1405234-AC90-FCB4-3823-C65793124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577991"/>
              </p:ext>
            </p:extLst>
          </p:nvPr>
        </p:nvGraphicFramePr>
        <p:xfrm>
          <a:off x="-1290498" y="3716579"/>
          <a:ext cx="153771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712">
                  <a:extLst>
                    <a:ext uri="{9D8B030D-6E8A-4147-A177-3AD203B41FA5}">
                      <a16:colId xmlns:a16="http://schemas.microsoft.com/office/drawing/2014/main" val="1910134363"/>
                    </a:ext>
                  </a:extLst>
                </a:gridCol>
              </a:tblGrid>
              <a:tr h="29355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rgbClr val="00B0F0"/>
                          </a:solidFill>
                        </a:rPr>
                        <a:t>Rear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4257339"/>
                  </a:ext>
                </a:extLst>
              </a:tr>
            </a:tbl>
          </a:graphicData>
        </a:graphic>
      </p:graphicFrame>
      <p:sp>
        <p:nvSpPr>
          <p:cNvPr id="18" name="Arrow: Left 65">
            <a:extLst>
              <a:ext uri="{FF2B5EF4-FFF2-40B4-BE49-F238E27FC236}">
                <a16:creationId xmlns:a16="http://schemas.microsoft.com/office/drawing/2014/main" id="{C84CFABA-76BC-4D79-BD9E-2A55AEE52FD2}"/>
              </a:ext>
            </a:extLst>
          </p:cNvPr>
          <p:cNvSpPr/>
          <p:nvPr/>
        </p:nvSpPr>
        <p:spPr>
          <a:xfrm rot="16200000" flipV="1">
            <a:off x="-751053" y="4149363"/>
            <a:ext cx="458823" cy="360000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2920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1076</TotalTime>
  <Words>2797</Words>
  <Application>Microsoft Macintosh PowerPoint</Application>
  <PresentationFormat>Widescreen</PresentationFormat>
  <Paragraphs>965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Office Theme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Queue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Queue Operations</vt:lpstr>
      <vt:lpstr>Implementing a Queue</vt:lpstr>
      <vt:lpstr>Static Queue</vt:lpstr>
      <vt:lpstr>Dynamic Queue</vt:lpstr>
      <vt:lpstr>Static Queue</vt:lpstr>
      <vt:lpstr>Static Queue</vt:lpstr>
      <vt:lpstr>Static Queue</vt:lpstr>
      <vt:lpstr>Static Queue</vt:lpstr>
      <vt:lpstr>Static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Elizer Jr. D. Ponio</cp:lastModifiedBy>
  <cp:revision>78</cp:revision>
  <dcterms:created xsi:type="dcterms:W3CDTF">2022-05-11T03:47:05Z</dcterms:created>
  <dcterms:modified xsi:type="dcterms:W3CDTF">2026-06-07T09:02:29Z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