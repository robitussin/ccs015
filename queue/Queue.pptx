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51"/>
  </p:notesMasterIdLst>
  <p:sldIdLst>
    <p:sldId id="293" r:id="rId5"/>
    <p:sldId id="296" r:id="rId6"/>
    <p:sldId id="297" r:id="rId7"/>
    <p:sldId id="298" r:id="rId8"/>
    <p:sldId id="299" r:id="rId9"/>
    <p:sldId id="300" r:id="rId10"/>
    <p:sldId id="301" r:id="rId11"/>
    <p:sldId id="302" r:id="rId12"/>
    <p:sldId id="303" r:id="rId13"/>
    <p:sldId id="304" r:id="rId14"/>
    <p:sldId id="305" r:id="rId15"/>
    <p:sldId id="307" r:id="rId16"/>
    <p:sldId id="313" r:id="rId17"/>
    <p:sldId id="308" r:id="rId18"/>
    <p:sldId id="314" r:id="rId19"/>
    <p:sldId id="309" r:id="rId20"/>
    <p:sldId id="310" r:id="rId21"/>
    <p:sldId id="311" r:id="rId22"/>
    <p:sldId id="315" r:id="rId23"/>
    <p:sldId id="316" r:id="rId24"/>
    <p:sldId id="317" r:id="rId25"/>
    <p:sldId id="318" r:id="rId26"/>
    <p:sldId id="319" r:id="rId27"/>
    <p:sldId id="321" r:id="rId28"/>
    <p:sldId id="322" r:id="rId29"/>
    <p:sldId id="324" r:id="rId30"/>
    <p:sldId id="323" r:id="rId31"/>
    <p:sldId id="329" r:id="rId32"/>
    <p:sldId id="332" r:id="rId33"/>
    <p:sldId id="330" r:id="rId34"/>
    <p:sldId id="328" r:id="rId35"/>
    <p:sldId id="327" r:id="rId36"/>
    <p:sldId id="333" r:id="rId37"/>
    <p:sldId id="335" r:id="rId38"/>
    <p:sldId id="336" r:id="rId39"/>
    <p:sldId id="337" r:id="rId40"/>
    <p:sldId id="338" r:id="rId41"/>
    <p:sldId id="339" r:id="rId42"/>
    <p:sldId id="340" r:id="rId43"/>
    <p:sldId id="341" r:id="rId44"/>
    <p:sldId id="342" r:id="rId45"/>
    <p:sldId id="343" r:id="rId46"/>
    <p:sldId id="344" r:id="rId47"/>
    <p:sldId id="345" r:id="rId48"/>
    <p:sldId id="346" r:id="rId49"/>
    <p:sldId id="347" r:id="rId5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B5FF2ED-5567-445A-B3E0-3393544B04A6}" v="675" dt="2022-05-11T04:00:20.3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161" autoAdjust="0"/>
    <p:restoredTop sz="94095" autoAdjust="0"/>
  </p:normalViewPr>
  <p:slideViewPr>
    <p:cSldViewPr snapToGrid="0">
      <p:cViewPr>
        <p:scale>
          <a:sx n="109" d="100"/>
          <a:sy n="109" d="100"/>
        </p:scale>
        <p:origin x="1752" y="10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microsoft.com/office/2015/10/relationships/revisionInfo" Target="revisionInfo.xml"/><Relationship Id="rId8" Type="http://schemas.openxmlformats.org/officeDocument/2006/relationships/slide" Target="slides/slide4.xml"/><Relationship Id="rId51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66E1FD-E7A0-497B-BBC0-740BAAC97C64}" type="datetimeFigureOut">
              <a:rPr lang="en-PH" smtClean="0"/>
              <a:t>6/7/26</a:t>
            </a:fld>
            <a:endParaRPr lang="en-P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90CCE9-4AAE-4E1F-85AD-521A406D652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5598555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3474573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E328E-6B9A-338D-A1BA-E9A1A3946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BAA3C3-7106-CD3D-2F65-95CD874421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5FB3EA-BD49-5882-A5C1-2DA3EA0370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BB1A92-3C0D-CC59-53EB-EBDD47C833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2786564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89E59-A331-416E-A652-08199C21D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FF97B2-1C93-ADBB-E3A3-A57BB3BA24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F2331B-0D90-C0F2-FFA5-DADBDBC34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E9672D-BBB5-662A-3E14-3C61CEAF23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735442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223CC2-0CBD-DF33-3AE2-50B742157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EE63D7-F8D4-08B2-AA2D-E0DE76F7F9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FEB399-2B47-D9E6-5FEB-3702D5CFF9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08180-C60E-E8C9-8911-8B0914AB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19178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E94E3-B081-81DB-E448-F46AD1B61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D135BC-6F81-42AD-C21B-1BF80C6817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974AC8-8808-97BC-350B-4AF541DF56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09BE51-4654-580B-1FF4-B16E5E107A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5399151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DAD9C-6812-4A31-1650-D68255A3D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D7C7BB-BB62-FA85-E3C0-F8ACFA4FB0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E77AA2-3D43-A197-74F8-6AE31196E1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612AD5-F064-009B-7846-C69685DC0A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186971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F13FA-079C-E4C9-A57C-2473F6EE8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20AFB6-E4F3-2A51-7AF3-9E90649E95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B8C63D-B61C-8FE7-B0D6-20818C210B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81B62B-2C2D-F090-D682-7E45804B70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8163343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44BA6-B053-3C00-E1B7-E573A1E02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3BE47D-F65A-61CA-351A-794EC91AFF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BFCEDA-1652-81D6-E90A-B485A1CE4B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482339-93CC-7817-2F38-4390418965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0010431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5FD31-2C28-E54B-AD3D-076FE200D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532FD8-8FCE-9254-735F-5576A6BD83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F1AF6B-9951-304D-DD4F-1DFC05D384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B5139D-8538-428B-54EB-6BA78E179C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8481842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52817E-6115-C573-2D19-93314763F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8855A0-216E-F4B6-B4B8-C946F68A80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222744-E189-F217-F801-E9AAD3B387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BD034C-8F58-C2B8-92F0-14465A0D31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534935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AAAFA-E779-567D-AC9E-0418889C6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52D59A-F664-4F11-82C8-B765FA6BAD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AD4DF7-EEEC-5F56-453D-B33F15DA4B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FC7EDC-4B59-B86C-90AD-3609C2D0BD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984663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736FC-5CB3-D0EF-2EAF-FBE7ACF59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742DC-0040-ACF7-FEC3-ED7BB71660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4CE2C9-D192-FBB8-0AA5-04B895D2EE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77E372-FC96-A39D-7AD3-43E8434BE3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6161671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EE64E-A16E-A8A7-7BCE-7519BF4A7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FC7231-4058-64E5-95B0-2B8852B49C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51675F-4818-7517-3045-8BD0307BCB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EB76A8-F269-EE9D-0EA6-DABBAC3124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31743523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B89A5-73B3-4BB3-90E1-55F9D7297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989777-9730-4DF4-201C-A869E0D98B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7010F6-CA98-3D92-B25A-A5A8652DBC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42106E-E35E-5462-1E87-97E219C3C6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60862733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918C29-B43E-AD9F-B307-E1ADF5305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3150AF-59DF-111F-0F73-03D1E968E8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2C65F4-B3E9-03FC-E684-754DA98C1F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C1D601-D04C-2EA9-1324-0D48439340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742263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3E3D4-10C8-4367-855F-E0F24FAA0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F17AFA-2853-234B-93FE-41CB99FDA4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96070F-72EB-6601-AC48-BC48B781E7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4B4FD5-BCBD-C572-A884-CB7F1C3446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589841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5A50F5-FC91-4077-2279-1AA123F2D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23702E-3694-AD4B-5FAB-6B9C62F05B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0ACFD0-2DD5-1DA7-7B4A-76630BD46A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AE8DEA-A322-8E8E-0072-2663AC267A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1148805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8E0E0-D7F9-B138-4857-6FB13BBD9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7165D5-41FC-7647-CA05-50698A9F1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D8C72E-889B-58D0-3D3A-BD2C101B0C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FED4E9-488F-75B4-840A-108CD3964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9182857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21AED-FD27-4EAF-F121-484BCFD6F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7A6952-9DD1-1A49-E6C8-0167C11B55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D02A3F-3C69-8021-C8EC-8447867F9D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7CA464-E0DB-9823-6FF3-2D49A7733D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9204558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3FB680-F965-7AFE-0426-EECB58FB2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44ABDE-C3D4-31C1-B5B4-27DCBEB434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8D38F7-108F-9C66-498C-57A8F60B75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30FCD3-27D4-F79C-8098-DD424EEBA4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39644666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EA65A1-A5E3-7999-0DE6-AEA113B9F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F23BF9-9D5E-065F-012D-AF4FD6BA3C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D8B96F-79CA-606F-7CD1-5500A82D28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5E8469-AACE-49D4-117D-BFADB3303D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8397347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D6E8B-978A-081E-F138-98568A647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C5FF49-4C05-88ED-B504-26EB67B50C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07766C-D5F2-7FB1-8E2F-50E8BD4426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3D9217-3FCE-060D-8706-A45A8FCFF2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64534237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715CF-4DCD-08D9-E2C5-4B9A4F4AE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C828AB-9988-B7D9-FB47-4845C2BA7A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B12F1F-DA83-26DE-CEA3-1C8D8512F6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B02046-C0AB-371F-05A8-DD824CCAFE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5754413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0C488-455D-FF54-080E-7D9F07CD5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45CB86-26B8-5621-505B-487920618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F5B75E-3F5F-B76E-1D96-936943E5DD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2CE0BD-C592-1EC7-21E7-5F7FD2C460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90717408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6BDB5-9F15-290F-CF89-A6F1DA67A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DA8F6B-FA82-3F4E-1EC9-2453A841B0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068B1F-058B-857D-3787-5508ED9FDC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4B4E34-A651-EDBA-3407-A5DBE1CE76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294240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D2196-DF9F-F0B9-0E28-A489FDB80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9CEF0B-39A4-CBA4-32D9-6D565CB562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8ABFA3-AC5D-E639-8D74-BD18868345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2569BE-2162-BCC1-B2D8-6CD3DAE33D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62833331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C6A83-4748-08B9-C0F0-503201530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038B8D-7804-9D10-23B4-1313089E1B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0C1CBC-9E36-AB63-164E-36FD842174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DC2C84-F18C-6BE2-AD16-B218AF8430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68947456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2462C-DC4F-3BD6-A3D0-3A07A8ABC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1D3861-40E2-D9EA-2779-B3097784B4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96D180-74D0-4031-85D7-DD7E5654FD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6AB9C9-5FD9-F360-B9C9-527FBC1DE1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5105030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0F736-5959-91C1-7A33-F27487C65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BE2157-2B79-1FD8-B551-43D3DEC289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97361D-92CB-6323-0284-FB1BFB7B3D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8F5A89-C690-5D76-81B6-9A00020FC3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34187154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2FBDC2-435D-0F09-6713-5DDB7BCBA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311AAE-4B8E-728F-37C1-6C2AB42F7D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70D993-202A-E455-9E8B-FBFE1B5E01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9187D1-803D-E768-5026-593AB9B6AA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22901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2AF0A-37E9-4D71-601B-5C526E0E3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36CBA8-5C86-E410-F73E-D3E0EB063D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B2B23D-149F-63CD-8615-C1AE257683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3AB6A7-FC48-0D65-EB78-1D16314436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8370074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20113-A8DD-088B-37F5-E6D8577F8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ABB0D8-9715-1AB1-0670-8A586BFAED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EF1893-1C63-1025-8B44-E7F73EEB5F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D81FD0-7589-C513-E2C1-CD6EEB1377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58365016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E99D0-069A-3BB8-B398-2F6666CB3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8A6F02-CED7-0536-1860-D4156C76D9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8A8342-2B95-4324-2D92-A0D0FD418B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00885C-FD41-571B-CF54-296DE6CE9E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95371771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EEF5E-D652-5D25-6D75-5731D249F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EAA282-30A8-99EB-B64C-1FAA1DE519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6A9E21-082C-8494-7D5B-FAA3289008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2C4434-3289-8602-7961-AB6E020D0B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0590766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C077ED-309B-A458-74C1-844DA5553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BFCEEC-902C-DCC2-4809-12CD1F9557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ED859D-70FE-8C01-F54E-F0A469390C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74B52E-AFBA-E314-9217-9858C33553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3804908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F2397-5094-18C5-2343-662BEDF85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3AE5E6-C9F4-6E1E-187C-539E8EE7D5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3190-E1AC-46FC-4E62-0AB605B801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BD8186-15D6-6C3F-0639-7FDDB2A12E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31555585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C8DD1-4B1B-3AFF-347C-0F0054967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BFF9A1-8342-771E-D111-2B6211314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9AA5F0-9D61-01E2-F992-CFF5986FAD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BDBCCE-9EE8-A2A5-AA01-13162F1A90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847668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A985B-B7A8-FAB2-3435-E331BFD1C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D97668-BD4F-4009-60BE-5DD7275716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7524A1-FA02-C4B9-9118-B52A978A5C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DCE34-6C0F-8C74-BB31-65016B5458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1704351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FBF1D-70FE-1125-A4B1-6C5757DB9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51F87B-544B-BFFD-4B0C-7F20384B98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925FFB-36D0-732F-C0AF-D45759AA8D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388093-F7C1-0D23-5087-CABF38F38F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92982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4D64D-30D9-3151-1DEF-F8D5ABDFC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70DCAB-A48B-1A86-5402-51D0E49AA6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018077-0899-A0F7-E6E6-01D74217E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8DF33F-7AEA-F8B1-ECC6-E6B6C810DA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32991965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C2AC45-06E4-DC77-65E1-A11136F30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415C86-5F01-70BB-CFD7-AAF54E666D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095C36-A18F-2D77-37F1-AA5D44CE60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C10635-59EE-6C29-4FC7-9FE430A4FD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84810845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86034-74CF-8612-1BCF-776758D14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B51F79-839C-DA62-E3B0-855069B2BF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01A2F9-EA67-5C2A-BFF8-297E43DCF3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D91510-B6E5-7D3B-A7E0-45CB9FF934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3368400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0EC94-1B59-0BC3-E00C-38CEF0813D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2E8A41-F63B-2031-3664-B02F2420D4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DC532-F423-131A-BBF1-9CFDD91648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82096C-20F3-5DBF-D7D9-BD65966DC5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1354012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50D6D-5C23-31CE-ACFD-631BFFD83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AD2043-3E21-A65B-5A8D-9DE2DD480B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730681-C6B8-7A86-251A-44CE2CBE4A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9DF92-8453-D62B-4843-C7887DB3CC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56933781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3E162-D865-DD2C-ED98-917BEEE21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95435E-40EE-CFDB-8774-6F3295666C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2F9F1F-DBF6-E4C9-5A88-E7CBDA8340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DB0F2E-088A-8EDD-E38D-481C4EC90D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3483628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7BCC1-411B-09C7-5EC5-69AAA9A61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CECA0B-577C-BD8D-BD1C-9719C9D35F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6F5AEF-4A0F-C834-A928-093104B1F4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177704-9572-CD5B-71D3-60D54AEE8A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5789358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B1E6E-2408-484E-8979-2DB96F2F8A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47B426-68B8-4CB7-871C-5CC84E86C6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52935-9451-4839-96FB-E9A8FCCD6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6/7/26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8F784-7AF5-4560-BEFA-8C8096530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498F6B-191E-4E4B-BE34-C76137125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31934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87643-F5D7-48E2-ADAB-95C74CECF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FC6CC-B49B-452C-8E9C-808488E73C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CBF4EE-800F-479B-9D99-FD0B990C4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6/7/26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A3E0ED-BABB-43F4-8ACF-6AB1C583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6B210-80B8-4EC4-A5DD-626DF335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89668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20E17-7239-452C-8B6C-2DE99BB75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2621D8-37ED-476B-884F-26990A946C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2FE869-1B16-425A-9EFF-D1D147E6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6/7/26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B7772C-84B9-4CA4-BC65-3D41F9D33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F6E878-86EF-4ABF-A7AD-65B43A873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126257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D03AF-7534-49E0-B0A2-F0403B159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63158-1F78-4261-99A0-55F573DD04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12B8E-1661-462B-A00C-FE1078E5F2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6763DF-E084-447E-A488-9F9D328A9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6/7/26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46663E-C0B8-407A-9C08-AD7A14CD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444692-F2BB-4F15-9AC6-1D337C5F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52483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24591-52D4-4A6A-81FF-CF9B69DD3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D74561-7712-4BE5-B42C-1DF224123B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C6369D-C1D0-4A4F-85B0-DC21BD7E9C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D26301-7EFA-4E2D-8E37-01989EDE45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68D5A3-0863-4C19-8CDF-E5F6380092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1BD46F-0A9D-4A21-A809-A8A4915A7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6/7/26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B3FE40-3AE1-4501-BD99-5BB30AA8E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9DB7BF-E7E2-4599-93C1-314862B49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95543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BA4B7-5BD0-45CE-A3AB-0BDAEBCB2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317F3A-B35D-4332-A083-A8EA82A8C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6/7/26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D1BAA-3C55-422C-9DDB-C8FA24667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45CCC-0421-4BC8-A428-7D6891975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610498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A8D164-8317-4375-AC20-4E5ECFBC8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6/7/26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E65B31-8161-47C0-B8D2-02FC9D063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A5A49-C1DE-4043-9C4E-CA88B7D93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74507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41128-45F1-4E37-A76C-48135B4B5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A6B574-F2D0-4A1E-971A-951AD113F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4A9BF5-4AAF-46A8-9307-3E49D1DC7F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84D477-7EF0-4092-A585-C8B452D86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6/7/26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2B03C4-61D6-4E97-BF6A-97F683277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1C0268-0C31-4494-872A-FF14572B0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44569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1858D-F4CE-4847-9F4E-96911B726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12DC33-E4BE-4D59-8A3E-E5C8C7FEA8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662A18-4E8B-44E0-95B0-48E49B06BB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83A010-3289-4BEF-9BA6-B9291ECCA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6/7/26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1841C-B8D0-4564-AB48-104684286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FD835-28F9-4C9B-8DEF-1C8AF7C1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69181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C9526-6B4B-4B7C-836C-CA5ECFEE1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D3F895-13B7-4F09-8F2B-7C7B281BDC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ED4FF3-605C-448B-ABE0-7A159B7B3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6/7/26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D10917-6EAA-48EE-AE32-E15F33FCA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51C44-2EAE-49AE-A864-682DEB3D8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69415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CFD600-C7E3-42EE-9735-2FE3EDE77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C80727-2711-434B-AEFB-9E214673EC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47950-A376-49E5-A09E-DEAA9AD59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6/7/26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D8641F-5631-4BB0-94A8-CB1A2D78F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56033-BC76-47F3-AA32-F159420DF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68849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E2D0B8-307D-483C-BA2C-9A8A459E4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75D10E-5C2B-4972-BF7B-F957546074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2C434A-E16E-4577-B5A4-C633EF521A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CF0B81-6BD8-4C65-9459-815598C5F1F4}" type="datetimeFigureOut">
              <a:rPr lang="en-PH" smtClean="0"/>
              <a:t>6/7/26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9472F3-C75B-4412-A75D-AF542B82AF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0A6DE4-6572-40B4-8CEF-D76FDC9FD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86813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359A545-5E0C-E6E5-274C-D470E99B10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Queue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1121B2-8C34-C723-AA30-2A804B79DD2B}"/>
              </a:ext>
            </a:extLst>
          </p:cNvPr>
          <p:cNvSpPr txBox="1"/>
          <p:nvPr/>
        </p:nvSpPr>
        <p:spPr>
          <a:xfrm>
            <a:off x="609600" y="5469819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500" dirty="0">
                <a:solidFill>
                  <a:schemeClr val="bg1"/>
                </a:solidFill>
              </a:rPr>
              <a:t>A queue is a linear data structure that follows the principle of </a:t>
            </a:r>
          </a:p>
          <a:p>
            <a:pPr algn="ctr"/>
            <a:r>
              <a:rPr lang="en-US" sz="2500" b="1" dirty="0">
                <a:solidFill>
                  <a:schemeClr val="bg1"/>
                </a:solidFill>
              </a:rPr>
              <a:t>First In First Out (FIFO)</a:t>
            </a:r>
            <a:r>
              <a:rPr lang="en-US" sz="2500" dirty="0">
                <a:solidFill>
                  <a:schemeClr val="bg1"/>
                </a:solidFill>
              </a:rPr>
              <a:t>. 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751E6F96-A111-B3AB-4FD0-321BC5909E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3589542"/>
              </p:ext>
            </p:extLst>
          </p:nvPr>
        </p:nvGraphicFramePr>
        <p:xfrm>
          <a:off x="1905661" y="2282805"/>
          <a:ext cx="81280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136763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792361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 3</a:t>
                      </a:r>
                      <a:endParaRPr lang="en-PH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6FE6BFE9-0D4D-60FD-B605-D920F3AB15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2373388" y="2449219"/>
            <a:ext cx="947130" cy="99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78ACD97-B197-9640-08D3-0C116F56A6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1977" y="2449219"/>
            <a:ext cx="889411" cy="9900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30EC9A13-0D9A-6AD6-7484-1551B1C9347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449219"/>
            <a:ext cx="1489091" cy="9900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25CEEE14-59F8-501A-27BF-E6B7076DE76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1818" y="2449219"/>
            <a:ext cx="1605405" cy="9900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46FFBFB6-4685-0230-1D65-A513535D2C2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5448961" y="3327956"/>
            <a:ext cx="1041400" cy="1866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10165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7712E7-5620-7F4B-07FA-7D3CED791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B09A4F2-A13E-049A-26AA-A8FAD5D930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Queue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5EADF6-52E4-8753-D434-4DFE9BD16C0E}"/>
              </a:ext>
            </a:extLst>
          </p:cNvPr>
          <p:cNvSpPr txBox="1"/>
          <p:nvPr/>
        </p:nvSpPr>
        <p:spPr>
          <a:xfrm>
            <a:off x="609600" y="5372418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This means the first element inserted in the queue is removed first.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C4CC9210-3508-2447-8612-FA65ABD9895B}"/>
              </a:ext>
            </a:extLst>
          </p:cNvPr>
          <p:cNvGraphicFramePr>
            <a:graphicFrameLocks noGrp="1"/>
          </p:cNvGraphicFramePr>
          <p:nvPr/>
        </p:nvGraphicFramePr>
        <p:xfrm>
          <a:off x="1905661" y="2282805"/>
          <a:ext cx="81280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136763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792361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 3</a:t>
                      </a:r>
                      <a:endParaRPr lang="en-PH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771B9FE9-9280-C911-48F6-D4FC5B0B1F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2373388" y="2449219"/>
            <a:ext cx="947130" cy="99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323A7B78-96F7-D2D3-575F-8A77F55838C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1977" y="2449219"/>
            <a:ext cx="889411" cy="9900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93544A1C-7D02-B158-F432-90539A3A02C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449219"/>
            <a:ext cx="1489091" cy="9900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4BE3CE8C-7032-225E-EB6A-9FAFB7263DF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1818" y="2449219"/>
            <a:ext cx="1605405" cy="9900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86A02E5B-0A25-00F1-FA07-4798365479C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5448961" y="3327956"/>
            <a:ext cx="1041400" cy="1866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14879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F6D1B7-E7D0-8A3E-5DFC-6D80D70B9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1FBDF7E-D920-E32E-0AF6-53072986C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Queue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2B0DBC-9B3B-A401-A3CA-2008D4908E68}"/>
              </a:ext>
            </a:extLst>
          </p:cNvPr>
          <p:cNvSpPr txBox="1"/>
          <p:nvPr/>
        </p:nvSpPr>
        <p:spPr>
          <a:xfrm>
            <a:off x="609600" y="5372418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This means the first element inserted in the queue is removed first.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9FAE1C90-1863-8434-6E20-76F5CB0CF8D7}"/>
              </a:ext>
            </a:extLst>
          </p:cNvPr>
          <p:cNvGraphicFramePr>
            <a:graphicFrameLocks noGrp="1"/>
          </p:cNvGraphicFramePr>
          <p:nvPr/>
        </p:nvGraphicFramePr>
        <p:xfrm>
          <a:off x="1905661" y="2282805"/>
          <a:ext cx="81280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136763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792361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 3</a:t>
                      </a:r>
                      <a:endParaRPr lang="en-PH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DC7953B2-02A6-9E48-4481-1E30A57A76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12192000" y="2449219"/>
            <a:ext cx="947130" cy="99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737E472E-2841-5BF0-C8E2-A080E0E6DD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60589" y="2449219"/>
            <a:ext cx="889411" cy="9900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C974D645-B4DA-4B94-0311-030A30A26F7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14612" y="2449219"/>
            <a:ext cx="1489091" cy="9900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1909EDC3-ED3B-A8A5-826C-A63D2B4ECDD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30430" y="2449219"/>
            <a:ext cx="1605405" cy="9900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5390627E-2C81-CE17-B5D8-22B5D092F58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5448961" y="3327956"/>
            <a:ext cx="1041400" cy="18669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2FA7729-E48E-7E61-65C3-DF4091CCF77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02" y="2224219"/>
            <a:ext cx="1440000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3694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43A4CF-D6A2-6110-0B0A-FB4A23C95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9FBBD92-69F9-648A-96AE-9577893514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Queue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4A1C4C-D94A-428F-6B19-CC7EDBCE65E3}"/>
              </a:ext>
            </a:extLst>
          </p:cNvPr>
          <p:cNvSpPr txBox="1"/>
          <p:nvPr/>
        </p:nvSpPr>
        <p:spPr>
          <a:xfrm>
            <a:off x="609600" y="5372418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This means the first element inserted in the queue is removed first.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D7021B69-635E-1762-F830-F02316CC9736}"/>
              </a:ext>
            </a:extLst>
          </p:cNvPr>
          <p:cNvGraphicFramePr>
            <a:graphicFrameLocks noGrp="1"/>
          </p:cNvGraphicFramePr>
          <p:nvPr/>
        </p:nvGraphicFramePr>
        <p:xfrm>
          <a:off x="1905661" y="2282805"/>
          <a:ext cx="81280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136763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792361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 3</a:t>
                      </a:r>
                      <a:endParaRPr lang="en-PH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C588D059-0EE3-C147-9018-C24050D86A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2158339" y="2449219"/>
            <a:ext cx="947130" cy="99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A29FA541-B6D5-6B29-CCC3-83420AAFD65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60589" y="2449219"/>
            <a:ext cx="889411" cy="9900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7E3F3587-E40F-DFB2-F485-EF1C5D2AB40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14612" y="2449219"/>
            <a:ext cx="1489091" cy="9900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E7070506-4076-035D-EDC0-24E45F83B6D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30430" y="2449219"/>
            <a:ext cx="1605405" cy="9900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A13F7027-9820-91E8-C6B4-A108A4C3A26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5448961" y="3327956"/>
            <a:ext cx="1041400" cy="18669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DF0D052-65D5-4877-0798-C75D256888D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02" y="2224219"/>
            <a:ext cx="1440000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502986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CBA678-7A1D-931C-DAAF-0408E9D37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775C67C-2B9E-731A-90AE-2D6CF0FFEC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Queue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AE4A66-31C3-CA15-67B7-B679EF8ABF85}"/>
              </a:ext>
            </a:extLst>
          </p:cNvPr>
          <p:cNvSpPr txBox="1"/>
          <p:nvPr/>
        </p:nvSpPr>
        <p:spPr>
          <a:xfrm>
            <a:off x="609600" y="5372418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This means the first element inserted in the queue is removed first.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A91034F1-703D-78F6-9DDE-696449AF4DF8}"/>
              </a:ext>
            </a:extLst>
          </p:cNvPr>
          <p:cNvGraphicFramePr>
            <a:graphicFrameLocks noGrp="1"/>
          </p:cNvGraphicFramePr>
          <p:nvPr/>
        </p:nvGraphicFramePr>
        <p:xfrm>
          <a:off x="1905661" y="2282805"/>
          <a:ext cx="81280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136763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792361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 3</a:t>
                      </a:r>
                      <a:endParaRPr lang="en-PH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49D3FFCF-0EA3-F983-2DEC-DC8C5A1D0B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2158339" y="2449219"/>
            <a:ext cx="947130" cy="99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A32E9BC-6E33-C486-B58C-9577767CDA0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6800" y="2449219"/>
            <a:ext cx="889411" cy="9900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88CADA71-A20F-AB5E-F38B-4DDBF2DFCAB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14612" y="2449219"/>
            <a:ext cx="1489091" cy="9900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08934ED2-C148-9837-C1E7-A05A302AD92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30430" y="2449219"/>
            <a:ext cx="1605405" cy="9900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7DBF6BD9-E644-59D5-1A1B-543B9D68897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5448961" y="3327956"/>
            <a:ext cx="1041400" cy="18669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D0171CA-5134-1CBB-D134-68A520C2E1C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02" y="2224219"/>
            <a:ext cx="1440000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606708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922BDE-FF0B-EA68-D66D-14BC689E9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711BDC8-743F-0D52-CCF8-5EED44A315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Queue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8FC693-F941-469A-7272-9670BDD98455}"/>
              </a:ext>
            </a:extLst>
          </p:cNvPr>
          <p:cNvSpPr txBox="1"/>
          <p:nvPr/>
        </p:nvSpPr>
        <p:spPr>
          <a:xfrm>
            <a:off x="609600" y="5372418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This means the first element inserted in the queue is removed first.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2368B663-2DCC-189E-71CF-4C4EE5430AC2}"/>
              </a:ext>
            </a:extLst>
          </p:cNvPr>
          <p:cNvGraphicFramePr>
            <a:graphicFrameLocks noGrp="1"/>
          </p:cNvGraphicFramePr>
          <p:nvPr/>
        </p:nvGraphicFramePr>
        <p:xfrm>
          <a:off x="1905661" y="2282805"/>
          <a:ext cx="81280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136763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792361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 3</a:t>
                      </a:r>
                      <a:endParaRPr lang="en-PH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2441FC61-F935-07E8-5296-0A27C62396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2158339" y="2449219"/>
            <a:ext cx="947130" cy="99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9E0A72A-EB2E-3310-D860-09C3DCA9F1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6800" y="2449219"/>
            <a:ext cx="889411" cy="9900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967C590C-DC10-6377-8065-E33257A0B51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8565" y="2449219"/>
            <a:ext cx="1489091" cy="9900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459755E2-C4CB-CFA0-14AB-31F06708AA9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30430" y="2449219"/>
            <a:ext cx="1605405" cy="9900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849FBA37-F565-BBDC-2FFF-3C42FC38391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5448961" y="3327956"/>
            <a:ext cx="1041400" cy="18669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E9A844C-24CF-AC40-2BE7-5D4FEC1B747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02" y="2224219"/>
            <a:ext cx="1440000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811675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15557A-9642-0C85-4283-CC45E67E6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E8FFD84-8C14-FF40-667A-BB56F614C0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Queue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A6B473-521D-0790-78A5-DBEA0E8D684C}"/>
              </a:ext>
            </a:extLst>
          </p:cNvPr>
          <p:cNvSpPr txBox="1"/>
          <p:nvPr/>
        </p:nvSpPr>
        <p:spPr>
          <a:xfrm>
            <a:off x="609600" y="5372418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This means the first element inserted in the queue is removed first.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652A21E4-229C-3C2A-456B-1A03FAE7ADB9}"/>
              </a:ext>
            </a:extLst>
          </p:cNvPr>
          <p:cNvGraphicFramePr>
            <a:graphicFrameLocks noGrp="1"/>
          </p:cNvGraphicFramePr>
          <p:nvPr/>
        </p:nvGraphicFramePr>
        <p:xfrm>
          <a:off x="1905661" y="2282805"/>
          <a:ext cx="81280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136763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792361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 3</a:t>
                      </a:r>
                      <a:endParaRPr lang="en-PH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E0AD0BAA-BE5D-9896-8BBE-7234A6FC8A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2158339" y="2449219"/>
            <a:ext cx="947130" cy="99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E768816-1935-1F0D-6C6C-7BC50ACDD81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6800" y="2449219"/>
            <a:ext cx="889411" cy="9900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9AD24369-577B-E5E3-DDFD-443DDE593EE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8565" y="2449219"/>
            <a:ext cx="1489091" cy="9900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7207B94D-7C42-931E-AB8E-FCFC8432353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28256" y="2449219"/>
            <a:ext cx="1605405" cy="9900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F8B2C214-79FF-6B6A-325D-825A18267E4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5448961" y="3327956"/>
            <a:ext cx="1041400" cy="18669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7616C31-9455-EA2B-873A-B420010D2B3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02" y="2224219"/>
            <a:ext cx="1440000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224821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402FB1-8057-46C1-5632-27AC79FA3E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96F8E7A-9B63-1A65-2DFB-4DFF821452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Queue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9F5BFC-5CE3-7498-4880-1044C41446E1}"/>
              </a:ext>
            </a:extLst>
          </p:cNvPr>
          <p:cNvSpPr txBox="1"/>
          <p:nvPr/>
        </p:nvSpPr>
        <p:spPr>
          <a:xfrm>
            <a:off x="609600" y="5372418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This means the first element inserted in the queue is removed first.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912CA3FB-7A87-9C3E-95E9-8223A86DBA2B}"/>
              </a:ext>
            </a:extLst>
          </p:cNvPr>
          <p:cNvGraphicFramePr>
            <a:graphicFrameLocks noGrp="1"/>
          </p:cNvGraphicFramePr>
          <p:nvPr/>
        </p:nvGraphicFramePr>
        <p:xfrm>
          <a:off x="1905661" y="2282805"/>
          <a:ext cx="81280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136763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792361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 3</a:t>
                      </a:r>
                      <a:endParaRPr lang="en-PH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5C388EEF-90EF-470A-B58C-3C815424C3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1905661" y="7101028"/>
            <a:ext cx="947130" cy="99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69D66FA-A5C3-CD29-2646-1A1670AC34B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8461" y="2449219"/>
            <a:ext cx="889411" cy="9900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0DB3B7F9-3DFC-7462-75A6-D724DC684D9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0226" y="2449219"/>
            <a:ext cx="1489091" cy="9900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7B3B9A2A-455B-E5E7-40B5-30E943484BD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9917" y="2449219"/>
            <a:ext cx="1605405" cy="9900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BD292E31-221A-C47D-6172-08EC4485325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5448961" y="3327956"/>
            <a:ext cx="1041400" cy="18669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B46229A-0D38-9DD6-1CD1-8D3594BDECB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02" y="2224219"/>
            <a:ext cx="1440000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831559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16F2C3-DF45-CAA3-2642-37E5DDAD8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5335133-0C3D-5359-1EA9-8BFF2C1A4A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Queue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EBE7D5-9B7D-1286-05F5-775A2550F60A}"/>
              </a:ext>
            </a:extLst>
          </p:cNvPr>
          <p:cNvSpPr txBox="1"/>
          <p:nvPr/>
        </p:nvSpPr>
        <p:spPr>
          <a:xfrm>
            <a:off x="609600" y="5372418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This means the first element inserted in the queue is removed first.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8C60F78B-CD6B-5289-32F9-C265A61F04DC}"/>
              </a:ext>
            </a:extLst>
          </p:cNvPr>
          <p:cNvGraphicFramePr>
            <a:graphicFrameLocks noGrp="1"/>
          </p:cNvGraphicFramePr>
          <p:nvPr/>
        </p:nvGraphicFramePr>
        <p:xfrm>
          <a:off x="1905661" y="2282805"/>
          <a:ext cx="81280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136763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792361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 3</a:t>
                      </a:r>
                      <a:endParaRPr lang="en-PH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F58C09B5-C23D-7796-A35A-25B02F7D76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2094565" y="8278519"/>
            <a:ext cx="947130" cy="99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628530F-44CC-EAA4-B050-E2FD8B24C8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424" y="6945385"/>
            <a:ext cx="889411" cy="9900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B5D9997B-2D90-886F-E00D-C6BA1481290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4565" y="2449219"/>
            <a:ext cx="1489091" cy="9900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FAD412BE-F50D-8E3C-B1FF-058E98C5E4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4256" y="2449219"/>
            <a:ext cx="1605405" cy="9900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8DA1E281-F040-CE76-BBA7-DD3824D162F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5448961" y="3327956"/>
            <a:ext cx="1041400" cy="18669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E7C6EAD-D95E-F483-B13F-8B54F9BCB8B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02" y="2224219"/>
            <a:ext cx="1440000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78943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53D4AF-BFCE-0E4B-D989-F4ABF2AB3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0504D57-D6CF-6802-8E60-61117AB08A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Queue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E54599-2EC5-3747-B730-402F73EAB343}"/>
              </a:ext>
            </a:extLst>
          </p:cNvPr>
          <p:cNvSpPr txBox="1"/>
          <p:nvPr/>
        </p:nvSpPr>
        <p:spPr>
          <a:xfrm>
            <a:off x="609600" y="5372418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This means the first element inserted in the queue is removed first.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982C8A36-57C9-725D-C0C6-EC80E45C7258}"/>
              </a:ext>
            </a:extLst>
          </p:cNvPr>
          <p:cNvGraphicFramePr>
            <a:graphicFrameLocks noGrp="1"/>
          </p:cNvGraphicFramePr>
          <p:nvPr/>
        </p:nvGraphicFramePr>
        <p:xfrm>
          <a:off x="1905661" y="2282805"/>
          <a:ext cx="81280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136763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792361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 3</a:t>
                      </a:r>
                      <a:endParaRPr lang="en-PH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83EF127E-7EFF-B289-F657-A169CA93D5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2361411" y="9495892"/>
            <a:ext cx="947130" cy="99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3CE1FFE8-9D3E-4F80-A015-A9F3126D3C7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130" y="8324317"/>
            <a:ext cx="889411" cy="9900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FE5695A9-81C6-133D-34D6-78AA6B35EF5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0430" y="7068011"/>
            <a:ext cx="1489091" cy="9900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EFBDC763-8A83-2ED9-1D1C-3B2AD701B25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8339" y="2449219"/>
            <a:ext cx="1605405" cy="9900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2EA10AF4-951C-4609-90E7-D426BE7E0E0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5448961" y="3327956"/>
            <a:ext cx="1041400" cy="18669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6C8EC83-B94B-EF00-717B-09D5F606B61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02" y="2224219"/>
            <a:ext cx="1440000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677326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7F68CC-C630-4035-09BB-FA09208AE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9EA0BA0-3849-ED9A-2656-E95C3FE717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Queue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B12C2A-CE8E-5A50-B87F-516FC22D33D9}"/>
              </a:ext>
            </a:extLst>
          </p:cNvPr>
          <p:cNvSpPr txBox="1"/>
          <p:nvPr/>
        </p:nvSpPr>
        <p:spPr>
          <a:xfrm>
            <a:off x="609600" y="5372418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This means the first element inserted in the queue is removed first.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5A754F88-0661-E9B0-8DF5-B9B1DC434074}"/>
              </a:ext>
            </a:extLst>
          </p:cNvPr>
          <p:cNvGraphicFramePr>
            <a:graphicFrameLocks noGrp="1"/>
          </p:cNvGraphicFramePr>
          <p:nvPr/>
        </p:nvGraphicFramePr>
        <p:xfrm>
          <a:off x="1905661" y="2282805"/>
          <a:ext cx="81280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136763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792361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 3</a:t>
                      </a:r>
                      <a:endParaRPr lang="en-PH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C529CCC3-A50F-9306-E156-FB5DDF515A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2251894" y="10580528"/>
            <a:ext cx="947130" cy="99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2C4CD1B-A097-4D95-1AE1-8A8F5C4321C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9613" y="9314801"/>
            <a:ext cx="889411" cy="9900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F6EDCAFC-40CA-7CA7-51D2-8B92FE05021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0913" y="8104614"/>
            <a:ext cx="1489091" cy="9900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6FB3D7A0-6C6B-E6FC-79C0-B7618C6BB51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5661" y="6894427"/>
            <a:ext cx="1605405" cy="9900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5345EC2B-F9C4-EB8A-774F-3F0165FAE7F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5448961" y="3327956"/>
            <a:ext cx="1041400" cy="18669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FD8B709-9A1C-9EDE-21F7-177A573727A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02" y="2224219"/>
            <a:ext cx="1440000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81578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78B3E5-3913-6BEF-834E-6D959EA9F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CD336B4-FAFA-B364-05C7-768C799A28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Queue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8F7E1E-2057-A085-2662-A1544BCFE09B}"/>
              </a:ext>
            </a:extLst>
          </p:cNvPr>
          <p:cNvSpPr txBox="1"/>
          <p:nvPr/>
        </p:nvSpPr>
        <p:spPr>
          <a:xfrm>
            <a:off x="609600" y="5372418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In a queue, we need to keep track what element is the </a:t>
            </a:r>
            <a:r>
              <a:rPr lang="en-US" sz="2400" b="1" dirty="0">
                <a:solidFill>
                  <a:srgbClr val="FF0000"/>
                </a:solidFill>
              </a:rPr>
              <a:t>front</a:t>
            </a:r>
            <a:r>
              <a:rPr lang="en-US" sz="2400" dirty="0">
                <a:solidFill>
                  <a:schemeClr val="bg1"/>
                </a:solidFill>
              </a:rPr>
              <a:t> and at the </a:t>
            </a:r>
            <a:r>
              <a:rPr lang="en-US" sz="2400" b="1" dirty="0">
                <a:solidFill>
                  <a:srgbClr val="00B0F0"/>
                </a:solidFill>
              </a:rPr>
              <a:t>rear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5CA76F9E-CB0D-0E5E-DC01-EB573DE556E8}"/>
              </a:ext>
            </a:extLst>
          </p:cNvPr>
          <p:cNvGraphicFramePr>
            <a:graphicFrameLocks noGrp="1"/>
          </p:cNvGraphicFramePr>
          <p:nvPr/>
        </p:nvGraphicFramePr>
        <p:xfrm>
          <a:off x="1905661" y="2282805"/>
          <a:ext cx="81280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136763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792361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 3</a:t>
                      </a:r>
                      <a:endParaRPr lang="en-PH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FD306BC5-2C44-D513-7ABE-9E68B61046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2158339" y="2449219"/>
            <a:ext cx="947130" cy="99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34E2A3B1-EE34-C504-B195-2BC088A229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6800" y="2449219"/>
            <a:ext cx="889411" cy="9900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6EA8857C-FC29-73C0-8E9F-FA016364AEE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8565" y="2449219"/>
            <a:ext cx="1489091" cy="9900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27D0D6A7-414C-C0D3-669E-D8D1D2A2715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28256" y="2449219"/>
            <a:ext cx="1605405" cy="9900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59D09561-8742-436D-5982-C78A4CA66D0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5448961" y="3327956"/>
            <a:ext cx="1041400" cy="18669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DAB73C8-A66A-5D79-7BB9-9CA92DFF4C5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02" y="2224219"/>
            <a:ext cx="1440000" cy="1440000"/>
          </a:xfrm>
          <a:prstGeom prst="rect">
            <a:avLst/>
          </a:prstGeom>
        </p:spPr>
      </p:pic>
      <p:graphicFrame>
        <p:nvGraphicFramePr>
          <p:cNvPr id="3" name="Table 35">
            <a:extLst>
              <a:ext uri="{FF2B5EF4-FFF2-40B4-BE49-F238E27FC236}">
                <a16:creationId xmlns:a16="http://schemas.microsoft.com/office/drawing/2014/main" id="{B345FE6E-7951-1317-4769-37DDB0E1A8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6074950"/>
              </p:ext>
            </p:extLst>
          </p:nvPr>
        </p:nvGraphicFramePr>
        <p:xfrm>
          <a:off x="1863047" y="131465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6" name="Arrow: Left 65">
            <a:extLst>
              <a:ext uri="{FF2B5EF4-FFF2-40B4-BE49-F238E27FC236}">
                <a16:creationId xmlns:a16="http://schemas.microsoft.com/office/drawing/2014/main" id="{655E18F7-081A-6FB3-2B9C-CB0A48939A71}"/>
              </a:ext>
            </a:extLst>
          </p:cNvPr>
          <p:cNvSpPr/>
          <p:nvPr/>
        </p:nvSpPr>
        <p:spPr>
          <a:xfrm rot="16200000" flipV="1">
            <a:off x="2402492" y="180160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7" name="Table 35">
            <a:extLst>
              <a:ext uri="{FF2B5EF4-FFF2-40B4-BE49-F238E27FC236}">
                <a16:creationId xmlns:a16="http://schemas.microsoft.com/office/drawing/2014/main" id="{4041E6E3-79BB-FAEE-6921-F5C937394C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5068751"/>
              </p:ext>
            </p:extLst>
          </p:nvPr>
        </p:nvGraphicFramePr>
        <p:xfrm>
          <a:off x="8462101" y="1382023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9" name="Arrow: Left 65">
            <a:extLst>
              <a:ext uri="{FF2B5EF4-FFF2-40B4-BE49-F238E27FC236}">
                <a16:creationId xmlns:a16="http://schemas.microsoft.com/office/drawing/2014/main" id="{9640C21B-859D-7C9A-8610-2307775B9091}"/>
              </a:ext>
            </a:extLst>
          </p:cNvPr>
          <p:cNvSpPr/>
          <p:nvPr/>
        </p:nvSpPr>
        <p:spPr>
          <a:xfrm rot="16200000" flipV="1">
            <a:off x="9001546" y="1814807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78573502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7A9ACE-65B2-152E-A466-79D102AF6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A6F92E6-C065-7A59-83AE-838B46A731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Queue Operations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9181AA-66A5-B912-B95C-D74BB153DD7A}"/>
              </a:ext>
            </a:extLst>
          </p:cNvPr>
          <p:cNvSpPr txBox="1"/>
          <p:nvPr/>
        </p:nvSpPr>
        <p:spPr>
          <a:xfrm>
            <a:off x="609600" y="5372418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There are two operations in a queue, </a:t>
            </a:r>
            <a:r>
              <a:rPr lang="en-US" sz="2400" b="1" dirty="0">
                <a:solidFill>
                  <a:schemeClr val="bg1"/>
                </a:solidFill>
              </a:rPr>
              <a:t>enqueue</a:t>
            </a:r>
            <a:r>
              <a:rPr lang="en-US" sz="2400" dirty="0">
                <a:solidFill>
                  <a:schemeClr val="bg1"/>
                </a:solidFill>
              </a:rPr>
              <a:t> and </a:t>
            </a:r>
            <a:r>
              <a:rPr lang="en-US" sz="2400" b="1" dirty="0">
                <a:solidFill>
                  <a:schemeClr val="bg1"/>
                </a:solidFill>
              </a:rPr>
              <a:t>dequeue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86B19D60-CE84-E405-F788-F7C1A5F67D12}"/>
              </a:ext>
            </a:extLst>
          </p:cNvPr>
          <p:cNvGraphicFramePr>
            <a:graphicFrameLocks noGrp="1"/>
          </p:cNvGraphicFramePr>
          <p:nvPr/>
        </p:nvGraphicFramePr>
        <p:xfrm>
          <a:off x="1905661" y="2282805"/>
          <a:ext cx="81280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136763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792361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 3</a:t>
                      </a:r>
                      <a:endParaRPr lang="en-PH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33BDB17A-C306-4092-E9D2-9648626721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12192000" y="2449219"/>
            <a:ext cx="947130" cy="99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9F989827-9DF9-CCE8-720F-CD12FC5D4F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60589" y="2449219"/>
            <a:ext cx="889411" cy="9900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3916908D-DF6D-DD79-703E-DAFA0DC2EBF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14612" y="2449219"/>
            <a:ext cx="1489091" cy="9900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65FCD505-2979-5EAD-D83D-E5F8410359E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30430" y="2449219"/>
            <a:ext cx="1605405" cy="9900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0D44292D-A630-051E-269C-3BE4572F4B2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5448961" y="3327956"/>
            <a:ext cx="1041400" cy="18669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4D12E96-63E9-993F-A610-2B1019B0039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02" y="2224219"/>
            <a:ext cx="1440000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8745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8AE84E-F25C-EE5C-369A-1347F475A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A2A2DE9-BE4D-851B-828C-8C2D408B49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Queue Operations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E13AD0-C52D-03F0-8DAC-BB9330C20C2A}"/>
              </a:ext>
            </a:extLst>
          </p:cNvPr>
          <p:cNvSpPr txBox="1"/>
          <p:nvPr/>
        </p:nvSpPr>
        <p:spPr>
          <a:xfrm>
            <a:off x="609600" y="5372418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To enqueue is to insert an element at the </a:t>
            </a:r>
            <a:r>
              <a:rPr lang="en-US" sz="2400" b="1" dirty="0">
                <a:solidFill>
                  <a:srgbClr val="00B0F0"/>
                </a:solidFill>
              </a:rPr>
              <a:t>rear</a:t>
            </a:r>
            <a:r>
              <a:rPr lang="en-US" sz="2400" dirty="0">
                <a:solidFill>
                  <a:schemeClr val="bg1"/>
                </a:solidFill>
              </a:rPr>
              <a:t> of the queue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973E97F0-6815-048A-567F-53311F309AB6}"/>
              </a:ext>
            </a:extLst>
          </p:cNvPr>
          <p:cNvGraphicFramePr>
            <a:graphicFrameLocks noGrp="1"/>
          </p:cNvGraphicFramePr>
          <p:nvPr/>
        </p:nvGraphicFramePr>
        <p:xfrm>
          <a:off x="1905661" y="2282805"/>
          <a:ext cx="81280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136763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792361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 3</a:t>
                      </a:r>
                      <a:endParaRPr lang="en-PH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AFB1DA27-F29D-6821-91C8-ED0308B190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2158339" y="2449219"/>
            <a:ext cx="947130" cy="99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BF16327-D698-F27A-92EB-38C1AACAFB4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60589" y="2449219"/>
            <a:ext cx="889411" cy="9900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19E8D8A6-B384-AC71-48B9-981EA5C68F6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14612" y="2449219"/>
            <a:ext cx="1489091" cy="9900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DF243EE5-6DC2-D8A1-50C2-099F266D63A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30430" y="2449219"/>
            <a:ext cx="1605405" cy="9900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AFF938FC-1A3F-47CC-B7D4-CAC6ECBC86F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5448961" y="3327956"/>
            <a:ext cx="1041400" cy="18669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D6851F92-68C1-3B51-29C7-8667E00397C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02" y="2224219"/>
            <a:ext cx="1440000" cy="1440000"/>
          </a:xfrm>
          <a:prstGeom prst="rect">
            <a:avLst/>
          </a:prstGeom>
        </p:spPr>
      </p:pic>
      <p:graphicFrame>
        <p:nvGraphicFramePr>
          <p:cNvPr id="3" name="Table 35">
            <a:extLst>
              <a:ext uri="{FF2B5EF4-FFF2-40B4-BE49-F238E27FC236}">
                <a16:creationId xmlns:a16="http://schemas.microsoft.com/office/drawing/2014/main" id="{5B1C4C79-7448-543A-D00E-467D6546AE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219746"/>
              </p:ext>
            </p:extLst>
          </p:nvPr>
        </p:nvGraphicFramePr>
        <p:xfrm>
          <a:off x="1863047" y="131465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4" name="Arrow: Left 65">
            <a:extLst>
              <a:ext uri="{FF2B5EF4-FFF2-40B4-BE49-F238E27FC236}">
                <a16:creationId xmlns:a16="http://schemas.microsoft.com/office/drawing/2014/main" id="{E6533C9A-7E0D-D280-B6E7-8116D40953BD}"/>
              </a:ext>
            </a:extLst>
          </p:cNvPr>
          <p:cNvSpPr/>
          <p:nvPr/>
        </p:nvSpPr>
        <p:spPr>
          <a:xfrm rot="16200000" flipV="1">
            <a:off x="2402492" y="180160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6" name="Table 35">
            <a:extLst>
              <a:ext uri="{FF2B5EF4-FFF2-40B4-BE49-F238E27FC236}">
                <a16:creationId xmlns:a16="http://schemas.microsoft.com/office/drawing/2014/main" id="{C68869A0-4489-C132-396E-731175F5CA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5039006"/>
              </p:ext>
            </p:extLst>
          </p:nvPr>
        </p:nvGraphicFramePr>
        <p:xfrm>
          <a:off x="1863047" y="1382023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7" name="Arrow: Left 65">
            <a:extLst>
              <a:ext uri="{FF2B5EF4-FFF2-40B4-BE49-F238E27FC236}">
                <a16:creationId xmlns:a16="http://schemas.microsoft.com/office/drawing/2014/main" id="{792A27D2-79AD-6956-2D37-52822C58088A}"/>
              </a:ext>
            </a:extLst>
          </p:cNvPr>
          <p:cNvSpPr/>
          <p:nvPr/>
        </p:nvSpPr>
        <p:spPr>
          <a:xfrm rot="16200000" flipV="1">
            <a:off x="2402492" y="1814807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5783050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C8D018-4163-4E59-EAC7-56EDDA7DF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D56CD99-9877-098F-837F-4169340A9A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Queue Operations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0E21B1-B64A-7F3A-50CD-6B5BA430E6AF}"/>
              </a:ext>
            </a:extLst>
          </p:cNvPr>
          <p:cNvSpPr txBox="1"/>
          <p:nvPr/>
        </p:nvSpPr>
        <p:spPr>
          <a:xfrm>
            <a:off x="609600" y="5372418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The first element inserted in the queue will be both the </a:t>
            </a:r>
            <a:r>
              <a:rPr lang="en-US" sz="2400" b="1" dirty="0">
                <a:solidFill>
                  <a:srgbClr val="FF0000"/>
                </a:solidFill>
              </a:rPr>
              <a:t>front</a:t>
            </a:r>
            <a:r>
              <a:rPr lang="en-US" sz="2400" dirty="0">
                <a:solidFill>
                  <a:schemeClr val="bg1"/>
                </a:solidFill>
              </a:rPr>
              <a:t> and </a:t>
            </a:r>
            <a:r>
              <a:rPr lang="en-US" sz="2400" b="1" dirty="0">
                <a:solidFill>
                  <a:srgbClr val="00B0F0"/>
                </a:solidFill>
              </a:rPr>
              <a:t>rear</a:t>
            </a:r>
            <a:r>
              <a:rPr lang="en-US" sz="2400" dirty="0">
                <a:solidFill>
                  <a:schemeClr val="bg1"/>
                </a:solidFill>
              </a:rPr>
              <a:t> element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1F59F57D-087A-83FC-4926-C87028C3F38F}"/>
              </a:ext>
            </a:extLst>
          </p:cNvPr>
          <p:cNvGraphicFramePr>
            <a:graphicFrameLocks noGrp="1"/>
          </p:cNvGraphicFramePr>
          <p:nvPr/>
        </p:nvGraphicFramePr>
        <p:xfrm>
          <a:off x="1905661" y="2282805"/>
          <a:ext cx="81280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136763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792361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 3</a:t>
                      </a:r>
                      <a:endParaRPr lang="en-PH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9C961D4F-F7CA-C867-6249-3711D56844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2158339" y="2449219"/>
            <a:ext cx="947130" cy="99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C654446-60E5-D4B7-A014-28E98F13E4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60589" y="2449219"/>
            <a:ext cx="889411" cy="9900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F5803FE7-1D40-DB8A-3D9A-96AEE8FACB0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14612" y="2449219"/>
            <a:ext cx="1489091" cy="9900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82FBBFE4-FA81-CD35-5C67-B34D0FE107A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30430" y="2449219"/>
            <a:ext cx="1605405" cy="9900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F8F1C859-8088-F052-D95D-DC1069BEC60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5448961" y="3327956"/>
            <a:ext cx="1041400" cy="18669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C2CA4D8-7A85-0870-7ECD-E5577D5C8F0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02" y="2224219"/>
            <a:ext cx="1440000" cy="1440000"/>
          </a:xfrm>
          <a:prstGeom prst="rect">
            <a:avLst/>
          </a:prstGeom>
        </p:spPr>
      </p:pic>
      <p:graphicFrame>
        <p:nvGraphicFramePr>
          <p:cNvPr id="3" name="Table 35">
            <a:extLst>
              <a:ext uri="{FF2B5EF4-FFF2-40B4-BE49-F238E27FC236}">
                <a16:creationId xmlns:a16="http://schemas.microsoft.com/office/drawing/2014/main" id="{3E7614A5-6A3F-BC68-3548-39AE2D69314C}"/>
              </a:ext>
            </a:extLst>
          </p:cNvPr>
          <p:cNvGraphicFramePr>
            <a:graphicFrameLocks noGrp="1"/>
          </p:cNvGraphicFramePr>
          <p:nvPr/>
        </p:nvGraphicFramePr>
        <p:xfrm>
          <a:off x="1863047" y="131465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4" name="Arrow: Left 65">
            <a:extLst>
              <a:ext uri="{FF2B5EF4-FFF2-40B4-BE49-F238E27FC236}">
                <a16:creationId xmlns:a16="http://schemas.microsoft.com/office/drawing/2014/main" id="{2B2A2CEF-3FD8-7019-139B-D724343B501B}"/>
              </a:ext>
            </a:extLst>
          </p:cNvPr>
          <p:cNvSpPr/>
          <p:nvPr/>
        </p:nvSpPr>
        <p:spPr>
          <a:xfrm rot="16200000" flipV="1">
            <a:off x="2402492" y="180160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6" name="Table 35">
            <a:extLst>
              <a:ext uri="{FF2B5EF4-FFF2-40B4-BE49-F238E27FC236}">
                <a16:creationId xmlns:a16="http://schemas.microsoft.com/office/drawing/2014/main" id="{F3EF29EB-A11A-349E-ABD2-598DE98D9073}"/>
              </a:ext>
            </a:extLst>
          </p:cNvPr>
          <p:cNvGraphicFramePr>
            <a:graphicFrameLocks noGrp="1"/>
          </p:cNvGraphicFramePr>
          <p:nvPr/>
        </p:nvGraphicFramePr>
        <p:xfrm>
          <a:off x="1863047" y="1382023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7" name="Arrow: Left 65">
            <a:extLst>
              <a:ext uri="{FF2B5EF4-FFF2-40B4-BE49-F238E27FC236}">
                <a16:creationId xmlns:a16="http://schemas.microsoft.com/office/drawing/2014/main" id="{2081584E-6F28-5944-55A8-A2F80BD79EE7}"/>
              </a:ext>
            </a:extLst>
          </p:cNvPr>
          <p:cNvSpPr/>
          <p:nvPr/>
        </p:nvSpPr>
        <p:spPr>
          <a:xfrm rot="16200000" flipV="1">
            <a:off x="2402492" y="1814807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90341019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5B50CA-F824-AA0C-74C8-FD881CA13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40DB613-363B-3310-C510-E247ABFAB4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Queue Operations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510433-434E-9EC4-770A-F33E34B6773F}"/>
              </a:ext>
            </a:extLst>
          </p:cNvPr>
          <p:cNvSpPr txBox="1"/>
          <p:nvPr/>
        </p:nvSpPr>
        <p:spPr>
          <a:xfrm>
            <a:off x="609600" y="5372418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To enqueue is to insert an element at the </a:t>
            </a:r>
            <a:r>
              <a:rPr lang="en-US" sz="2400" b="1" dirty="0">
                <a:solidFill>
                  <a:srgbClr val="00B0F0"/>
                </a:solidFill>
              </a:rPr>
              <a:t>rear</a:t>
            </a:r>
            <a:r>
              <a:rPr lang="en-US" sz="2400" dirty="0">
                <a:solidFill>
                  <a:schemeClr val="bg1"/>
                </a:solidFill>
              </a:rPr>
              <a:t> of the queue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A20EB922-6687-CDCE-CA5E-D7CA418B9347}"/>
              </a:ext>
            </a:extLst>
          </p:cNvPr>
          <p:cNvGraphicFramePr>
            <a:graphicFrameLocks noGrp="1"/>
          </p:cNvGraphicFramePr>
          <p:nvPr/>
        </p:nvGraphicFramePr>
        <p:xfrm>
          <a:off x="1905661" y="2282805"/>
          <a:ext cx="81280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136763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792361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 3</a:t>
                      </a:r>
                      <a:endParaRPr lang="en-PH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8D2C04ED-9E48-897C-102C-8BBF42080C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2158339" y="2449219"/>
            <a:ext cx="947130" cy="99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5AD3FF1D-F723-F95C-4095-848096FE116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6800" y="2449219"/>
            <a:ext cx="889411" cy="9900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FBD2C2AC-269F-7098-3F1F-EAB13415ACE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14612" y="2449219"/>
            <a:ext cx="1489091" cy="9900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B31E2FD1-9AAA-060C-D128-A46F86895F8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30430" y="2449219"/>
            <a:ext cx="1605405" cy="9900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BA205FBC-5AF4-43DF-2F38-F8C06B680EC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5448961" y="3327956"/>
            <a:ext cx="1041400" cy="18669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962AF0D-B2CE-BE43-9C42-ACB012329A7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02" y="2224219"/>
            <a:ext cx="1440000" cy="1440000"/>
          </a:xfrm>
          <a:prstGeom prst="rect">
            <a:avLst/>
          </a:prstGeom>
        </p:spPr>
      </p:pic>
      <p:graphicFrame>
        <p:nvGraphicFramePr>
          <p:cNvPr id="3" name="Table 35">
            <a:extLst>
              <a:ext uri="{FF2B5EF4-FFF2-40B4-BE49-F238E27FC236}">
                <a16:creationId xmlns:a16="http://schemas.microsoft.com/office/drawing/2014/main" id="{37D298D7-2BA1-D75F-7313-72B6389ECF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9964633"/>
              </p:ext>
            </p:extLst>
          </p:nvPr>
        </p:nvGraphicFramePr>
        <p:xfrm>
          <a:off x="1863047" y="131465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4" name="Arrow: Left 65">
            <a:extLst>
              <a:ext uri="{FF2B5EF4-FFF2-40B4-BE49-F238E27FC236}">
                <a16:creationId xmlns:a16="http://schemas.microsoft.com/office/drawing/2014/main" id="{66BAB98A-A4AC-F682-8E2F-9F05F4A4699A}"/>
              </a:ext>
            </a:extLst>
          </p:cNvPr>
          <p:cNvSpPr/>
          <p:nvPr/>
        </p:nvSpPr>
        <p:spPr>
          <a:xfrm rot="16200000" flipV="1">
            <a:off x="2402492" y="180160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6" name="Table 35">
            <a:extLst>
              <a:ext uri="{FF2B5EF4-FFF2-40B4-BE49-F238E27FC236}">
                <a16:creationId xmlns:a16="http://schemas.microsoft.com/office/drawing/2014/main" id="{29874FC5-C687-0233-5B05-2E60B6AE43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829274"/>
              </p:ext>
            </p:extLst>
          </p:nvPr>
        </p:nvGraphicFramePr>
        <p:xfrm>
          <a:off x="3760858" y="1382023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7" name="Arrow: Left 65">
            <a:extLst>
              <a:ext uri="{FF2B5EF4-FFF2-40B4-BE49-F238E27FC236}">
                <a16:creationId xmlns:a16="http://schemas.microsoft.com/office/drawing/2014/main" id="{0EBD27E8-FE8E-282A-FB52-74CB2EF31511}"/>
              </a:ext>
            </a:extLst>
          </p:cNvPr>
          <p:cNvSpPr/>
          <p:nvPr/>
        </p:nvSpPr>
        <p:spPr>
          <a:xfrm rot="16200000" flipV="1">
            <a:off x="4300303" y="1814807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37441035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7DA0D1-E886-810F-D636-AFEF27B2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D8B6FE4-C44E-D6AE-C4C2-CF0C9CD02E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Queue Operations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BDA59C-0205-C0E0-0CAA-C68CD4DCF652}"/>
              </a:ext>
            </a:extLst>
          </p:cNvPr>
          <p:cNvSpPr txBox="1"/>
          <p:nvPr/>
        </p:nvSpPr>
        <p:spPr>
          <a:xfrm>
            <a:off x="609600" y="5372418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To enqueue is to insert an element at the </a:t>
            </a:r>
            <a:r>
              <a:rPr lang="en-US" sz="2400" b="1" dirty="0">
                <a:solidFill>
                  <a:srgbClr val="00B0F0"/>
                </a:solidFill>
              </a:rPr>
              <a:t>rear</a:t>
            </a:r>
            <a:r>
              <a:rPr lang="en-US" sz="2400" dirty="0">
                <a:solidFill>
                  <a:schemeClr val="bg1"/>
                </a:solidFill>
              </a:rPr>
              <a:t> of the queue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231281C6-DBA6-3BA9-F3A9-F83356884B14}"/>
              </a:ext>
            </a:extLst>
          </p:cNvPr>
          <p:cNvGraphicFramePr>
            <a:graphicFrameLocks noGrp="1"/>
          </p:cNvGraphicFramePr>
          <p:nvPr/>
        </p:nvGraphicFramePr>
        <p:xfrm>
          <a:off x="1905661" y="2282805"/>
          <a:ext cx="81280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136763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792361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 3</a:t>
                      </a:r>
                      <a:endParaRPr lang="en-PH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4C86E554-F5D7-8284-FE08-8ECA64D9D2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2158339" y="2449219"/>
            <a:ext cx="947130" cy="99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3354548-7D24-AB38-EF44-012FDA0CE9F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6800" y="2449219"/>
            <a:ext cx="889411" cy="9900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9CC3D366-6843-E3CC-3AF3-5809EB91A69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8565" y="2449219"/>
            <a:ext cx="1489091" cy="9900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1BBED045-454E-9EC7-AE98-37BC72794AD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30430" y="2449219"/>
            <a:ext cx="1605405" cy="9900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096BA708-2334-0C60-CF9E-BFA333A9FF9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5448961" y="3327956"/>
            <a:ext cx="1041400" cy="18669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235F99D-2B49-0ED3-8966-5E9987B645C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02" y="2224219"/>
            <a:ext cx="1440000" cy="1440000"/>
          </a:xfrm>
          <a:prstGeom prst="rect">
            <a:avLst/>
          </a:prstGeom>
        </p:spPr>
      </p:pic>
      <p:graphicFrame>
        <p:nvGraphicFramePr>
          <p:cNvPr id="3" name="Table 35">
            <a:extLst>
              <a:ext uri="{FF2B5EF4-FFF2-40B4-BE49-F238E27FC236}">
                <a16:creationId xmlns:a16="http://schemas.microsoft.com/office/drawing/2014/main" id="{E27DD839-6A7A-E4CF-D494-27F84C8A8A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7070500"/>
              </p:ext>
            </p:extLst>
          </p:nvPr>
        </p:nvGraphicFramePr>
        <p:xfrm>
          <a:off x="1863047" y="131465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4" name="Arrow: Left 65">
            <a:extLst>
              <a:ext uri="{FF2B5EF4-FFF2-40B4-BE49-F238E27FC236}">
                <a16:creationId xmlns:a16="http://schemas.microsoft.com/office/drawing/2014/main" id="{B6F846ED-D238-DD80-53C0-A99643EF0038}"/>
              </a:ext>
            </a:extLst>
          </p:cNvPr>
          <p:cNvSpPr/>
          <p:nvPr/>
        </p:nvSpPr>
        <p:spPr>
          <a:xfrm rot="16200000" flipV="1">
            <a:off x="2402492" y="180160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6" name="Table 35">
            <a:extLst>
              <a:ext uri="{FF2B5EF4-FFF2-40B4-BE49-F238E27FC236}">
                <a16:creationId xmlns:a16="http://schemas.microsoft.com/office/drawing/2014/main" id="{E08B0F66-9B1D-3D12-B30E-8E526EF18B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4585521"/>
              </p:ext>
            </p:extLst>
          </p:nvPr>
        </p:nvGraphicFramePr>
        <p:xfrm>
          <a:off x="6096002" y="1382023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7" name="Arrow: Left 65">
            <a:extLst>
              <a:ext uri="{FF2B5EF4-FFF2-40B4-BE49-F238E27FC236}">
                <a16:creationId xmlns:a16="http://schemas.microsoft.com/office/drawing/2014/main" id="{CA2F8F6C-B7E0-F6B0-FA39-9DC8677A54CB}"/>
              </a:ext>
            </a:extLst>
          </p:cNvPr>
          <p:cNvSpPr/>
          <p:nvPr/>
        </p:nvSpPr>
        <p:spPr>
          <a:xfrm rot="16200000" flipV="1">
            <a:off x="6635447" y="1814807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414990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A92801-F525-D24C-ED1D-320CA8DDD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F744D9E-5D0A-ED89-10AB-F05253A633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Queue Operations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756862-713C-CBFE-89F4-C41E36432080}"/>
              </a:ext>
            </a:extLst>
          </p:cNvPr>
          <p:cNvSpPr txBox="1"/>
          <p:nvPr/>
        </p:nvSpPr>
        <p:spPr>
          <a:xfrm>
            <a:off x="609600" y="5372418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To enqueue is to insert an element at the </a:t>
            </a:r>
            <a:r>
              <a:rPr lang="en-US" sz="2400" b="1" dirty="0">
                <a:solidFill>
                  <a:srgbClr val="00B0F0"/>
                </a:solidFill>
              </a:rPr>
              <a:t>rear</a:t>
            </a:r>
            <a:r>
              <a:rPr lang="en-US" sz="2400" dirty="0">
                <a:solidFill>
                  <a:schemeClr val="bg1"/>
                </a:solidFill>
              </a:rPr>
              <a:t> of the queue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0FC9A69F-AC96-3498-426C-0175979E8634}"/>
              </a:ext>
            </a:extLst>
          </p:cNvPr>
          <p:cNvGraphicFramePr>
            <a:graphicFrameLocks noGrp="1"/>
          </p:cNvGraphicFramePr>
          <p:nvPr/>
        </p:nvGraphicFramePr>
        <p:xfrm>
          <a:off x="1905661" y="2282805"/>
          <a:ext cx="81280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136763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792361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 3</a:t>
                      </a:r>
                      <a:endParaRPr lang="en-PH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83585880-8869-2C2E-E589-40E661146C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2158339" y="2449219"/>
            <a:ext cx="947130" cy="99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24B0DC9-B937-520D-8819-55ECF4D402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6800" y="2449219"/>
            <a:ext cx="889411" cy="9900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07DF1AF4-664B-F829-54BB-69961F337E1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8565" y="2449219"/>
            <a:ext cx="1489091" cy="9900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70A825CC-0CDB-12D6-B17A-6FF2B5CC82C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28256" y="2449219"/>
            <a:ext cx="1605405" cy="9900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3F3046B4-596F-1AB6-86E5-391F3107BFC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5448961" y="3327956"/>
            <a:ext cx="1041400" cy="18669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086CBEB-4CBF-F2BB-5DE8-B105EC91AB3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02" y="2224219"/>
            <a:ext cx="1440000" cy="1440000"/>
          </a:xfrm>
          <a:prstGeom prst="rect">
            <a:avLst/>
          </a:prstGeom>
        </p:spPr>
      </p:pic>
      <p:graphicFrame>
        <p:nvGraphicFramePr>
          <p:cNvPr id="3" name="Table 35">
            <a:extLst>
              <a:ext uri="{FF2B5EF4-FFF2-40B4-BE49-F238E27FC236}">
                <a16:creationId xmlns:a16="http://schemas.microsoft.com/office/drawing/2014/main" id="{4F2267AD-709B-09D2-891C-CF9A13A100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9813617"/>
              </p:ext>
            </p:extLst>
          </p:nvPr>
        </p:nvGraphicFramePr>
        <p:xfrm>
          <a:off x="1863047" y="131465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4" name="Arrow: Left 65">
            <a:extLst>
              <a:ext uri="{FF2B5EF4-FFF2-40B4-BE49-F238E27FC236}">
                <a16:creationId xmlns:a16="http://schemas.microsoft.com/office/drawing/2014/main" id="{6130A28B-5070-831B-3533-55F5CAA54A45}"/>
              </a:ext>
            </a:extLst>
          </p:cNvPr>
          <p:cNvSpPr/>
          <p:nvPr/>
        </p:nvSpPr>
        <p:spPr>
          <a:xfrm rot="16200000" flipV="1">
            <a:off x="2402492" y="180160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6" name="Table 35">
            <a:extLst>
              <a:ext uri="{FF2B5EF4-FFF2-40B4-BE49-F238E27FC236}">
                <a16:creationId xmlns:a16="http://schemas.microsoft.com/office/drawing/2014/main" id="{74FA94C6-77F5-C3D5-ADEB-FA7DA103D1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7274175"/>
              </p:ext>
            </p:extLst>
          </p:nvPr>
        </p:nvGraphicFramePr>
        <p:xfrm>
          <a:off x="8428258" y="1382023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7" name="Arrow: Left 65">
            <a:extLst>
              <a:ext uri="{FF2B5EF4-FFF2-40B4-BE49-F238E27FC236}">
                <a16:creationId xmlns:a16="http://schemas.microsoft.com/office/drawing/2014/main" id="{DC98E2DF-00A7-D134-2B25-5F888185184F}"/>
              </a:ext>
            </a:extLst>
          </p:cNvPr>
          <p:cNvSpPr/>
          <p:nvPr/>
        </p:nvSpPr>
        <p:spPr>
          <a:xfrm rot="16200000" flipV="1">
            <a:off x="8967703" y="1814807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2002186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984CF6-7221-A943-6DCC-CCAFDB7B6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9039FE5-0CFD-FC72-9140-456EB6F043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Queue Operations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945C1E-45D9-A7B5-C27C-A6DD08B3B398}"/>
              </a:ext>
            </a:extLst>
          </p:cNvPr>
          <p:cNvSpPr txBox="1"/>
          <p:nvPr/>
        </p:nvSpPr>
        <p:spPr>
          <a:xfrm>
            <a:off x="609600" y="5372418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To dequeue is to remove an element at the </a:t>
            </a:r>
            <a:r>
              <a:rPr lang="en-US" sz="2400" b="1" dirty="0">
                <a:solidFill>
                  <a:srgbClr val="FF0000"/>
                </a:solidFill>
              </a:rPr>
              <a:t>front</a:t>
            </a:r>
            <a:r>
              <a:rPr lang="en-US" sz="2400" dirty="0">
                <a:solidFill>
                  <a:schemeClr val="bg1"/>
                </a:solidFill>
              </a:rPr>
              <a:t> of the queue 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BF93FF41-8381-E59C-24C9-36914E44907C}"/>
              </a:ext>
            </a:extLst>
          </p:cNvPr>
          <p:cNvGraphicFramePr>
            <a:graphicFrameLocks noGrp="1"/>
          </p:cNvGraphicFramePr>
          <p:nvPr/>
        </p:nvGraphicFramePr>
        <p:xfrm>
          <a:off x="1905661" y="2282805"/>
          <a:ext cx="81280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136763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792361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 3</a:t>
                      </a:r>
                      <a:endParaRPr lang="en-PH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585071EB-1B24-9489-573A-2AA3C419EE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2158339" y="2449219"/>
            <a:ext cx="947130" cy="99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FAB60418-E15D-E74B-E5AA-C957C57ACB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6800" y="2449219"/>
            <a:ext cx="889411" cy="9900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D860155D-DF40-5321-C481-62749B6F0F0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8565" y="2449219"/>
            <a:ext cx="1489091" cy="9900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33C7BDA7-2494-3218-F42B-F73DAA44E60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28256" y="2449219"/>
            <a:ext cx="1605405" cy="9900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6470C7AA-15F3-0C61-0CAD-77F201B484A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5448961" y="3327956"/>
            <a:ext cx="1041400" cy="18669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5B92822-F6B4-C6B0-075B-F6473018B0E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02" y="2224219"/>
            <a:ext cx="1440000" cy="1440000"/>
          </a:xfrm>
          <a:prstGeom prst="rect">
            <a:avLst/>
          </a:prstGeom>
        </p:spPr>
      </p:pic>
      <p:graphicFrame>
        <p:nvGraphicFramePr>
          <p:cNvPr id="3" name="Table 35">
            <a:extLst>
              <a:ext uri="{FF2B5EF4-FFF2-40B4-BE49-F238E27FC236}">
                <a16:creationId xmlns:a16="http://schemas.microsoft.com/office/drawing/2014/main" id="{C0904889-C4FF-273F-944F-8993EA46CA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2868880"/>
              </p:ext>
            </p:extLst>
          </p:nvPr>
        </p:nvGraphicFramePr>
        <p:xfrm>
          <a:off x="1863047" y="131465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4" name="Arrow: Left 65">
            <a:extLst>
              <a:ext uri="{FF2B5EF4-FFF2-40B4-BE49-F238E27FC236}">
                <a16:creationId xmlns:a16="http://schemas.microsoft.com/office/drawing/2014/main" id="{052EF3FB-035D-3C53-8A5D-AF058A592C49}"/>
              </a:ext>
            </a:extLst>
          </p:cNvPr>
          <p:cNvSpPr/>
          <p:nvPr/>
        </p:nvSpPr>
        <p:spPr>
          <a:xfrm rot="16200000" flipV="1">
            <a:off x="2402492" y="180160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6" name="Table 35">
            <a:extLst>
              <a:ext uri="{FF2B5EF4-FFF2-40B4-BE49-F238E27FC236}">
                <a16:creationId xmlns:a16="http://schemas.microsoft.com/office/drawing/2014/main" id="{EA1E7906-76D8-EA97-CB46-8FD248D397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8373735"/>
              </p:ext>
            </p:extLst>
          </p:nvPr>
        </p:nvGraphicFramePr>
        <p:xfrm>
          <a:off x="8428258" y="1382023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7" name="Arrow: Left 65">
            <a:extLst>
              <a:ext uri="{FF2B5EF4-FFF2-40B4-BE49-F238E27FC236}">
                <a16:creationId xmlns:a16="http://schemas.microsoft.com/office/drawing/2014/main" id="{2E80072D-2659-746B-E036-940442E9DB2F}"/>
              </a:ext>
            </a:extLst>
          </p:cNvPr>
          <p:cNvSpPr/>
          <p:nvPr/>
        </p:nvSpPr>
        <p:spPr>
          <a:xfrm rot="16200000" flipV="1">
            <a:off x="8967703" y="1814807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24305619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0FBE3-B348-5A73-C3A9-D6C36B27E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2DBCA33-0A54-26F0-9BE1-D3273BA12B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Queue Operations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C0FE88-AD58-EBD0-E177-EC3C585B8A91}"/>
              </a:ext>
            </a:extLst>
          </p:cNvPr>
          <p:cNvSpPr txBox="1"/>
          <p:nvPr/>
        </p:nvSpPr>
        <p:spPr>
          <a:xfrm>
            <a:off x="609600" y="5372418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To dequeue is to remove an element at the </a:t>
            </a:r>
            <a:r>
              <a:rPr lang="en-US" sz="2400" b="1" dirty="0">
                <a:solidFill>
                  <a:srgbClr val="FF0000"/>
                </a:solidFill>
              </a:rPr>
              <a:t>front</a:t>
            </a:r>
            <a:r>
              <a:rPr lang="en-US" sz="2400" dirty="0">
                <a:solidFill>
                  <a:schemeClr val="bg1"/>
                </a:solidFill>
              </a:rPr>
              <a:t> of the queue 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77859B94-6A0D-168B-82C7-6235C41F38BB}"/>
              </a:ext>
            </a:extLst>
          </p:cNvPr>
          <p:cNvGraphicFramePr>
            <a:graphicFrameLocks noGrp="1"/>
          </p:cNvGraphicFramePr>
          <p:nvPr/>
        </p:nvGraphicFramePr>
        <p:xfrm>
          <a:off x="1905661" y="2282805"/>
          <a:ext cx="81280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136763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792361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 3</a:t>
                      </a:r>
                      <a:endParaRPr lang="en-PH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292EF262-EBC0-A9E9-2BAF-692A1BFC46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1905661" y="7101028"/>
            <a:ext cx="947130" cy="99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D91EC1E2-7DF0-46E1-D8B5-44B6FF2654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8461" y="2449219"/>
            <a:ext cx="889411" cy="9900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D129D388-2C07-A348-C7F3-65346918B0F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0226" y="2449219"/>
            <a:ext cx="1489091" cy="9900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625B30EB-5822-A6C8-B6FA-3B6F1C505BA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9917" y="2449219"/>
            <a:ext cx="1605405" cy="9900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ED9BB8F2-38F3-152A-5A4C-A05BBE7E495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5448961" y="3327956"/>
            <a:ext cx="1041400" cy="18669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348DD55-33CD-F3B8-2CF2-9D9AF804853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02" y="2224219"/>
            <a:ext cx="1440000" cy="1440000"/>
          </a:xfrm>
          <a:prstGeom prst="rect">
            <a:avLst/>
          </a:prstGeom>
        </p:spPr>
      </p:pic>
      <p:graphicFrame>
        <p:nvGraphicFramePr>
          <p:cNvPr id="3" name="Table 35">
            <a:extLst>
              <a:ext uri="{FF2B5EF4-FFF2-40B4-BE49-F238E27FC236}">
                <a16:creationId xmlns:a16="http://schemas.microsoft.com/office/drawing/2014/main" id="{8612C4B6-0BE9-CC7E-315F-2FE12644FE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3428561"/>
              </p:ext>
            </p:extLst>
          </p:nvPr>
        </p:nvGraphicFramePr>
        <p:xfrm>
          <a:off x="1863047" y="131465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4" name="Arrow: Left 65">
            <a:extLst>
              <a:ext uri="{FF2B5EF4-FFF2-40B4-BE49-F238E27FC236}">
                <a16:creationId xmlns:a16="http://schemas.microsoft.com/office/drawing/2014/main" id="{AC789049-AC01-2B59-406A-4B2483EC799F}"/>
              </a:ext>
            </a:extLst>
          </p:cNvPr>
          <p:cNvSpPr/>
          <p:nvPr/>
        </p:nvSpPr>
        <p:spPr>
          <a:xfrm rot="16200000" flipV="1">
            <a:off x="2402492" y="180160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6" name="Table 35">
            <a:extLst>
              <a:ext uri="{FF2B5EF4-FFF2-40B4-BE49-F238E27FC236}">
                <a16:creationId xmlns:a16="http://schemas.microsoft.com/office/drawing/2014/main" id="{AB228B55-B6C0-64D6-3E5D-4733CEAA79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5818679"/>
              </p:ext>
            </p:extLst>
          </p:nvPr>
        </p:nvGraphicFramePr>
        <p:xfrm>
          <a:off x="6269917" y="1382023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7" name="Arrow: Left 65">
            <a:extLst>
              <a:ext uri="{FF2B5EF4-FFF2-40B4-BE49-F238E27FC236}">
                <a16:creationId xmlns:a16="http://schemas.microsoft.com/office/drawing/2014/main" id="{5D909BD8-900F-E6A7-19B1-418720B04F42}"/>
              </a:ext>
            </a:extLst>
          </p:cNvPr>
          <p:cNvSpPr/>
          <p:nvPr/>
        </p:nvSpPr>
        <p:spPr>
          <a:xfrm rot="16200000" flipV="1">
            <a:off x="6809362" y="1814807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646085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B3F13F-6A87-07EE-452B-193EBF8C7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A0568FE-AFA6-CB02-5E61-304AD71546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Queue Operations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E44414-2594-65A5-77E2-D9E6C015497F}"/>
              </a:ext>
            </a:extLst>
          </p:cNvPr>
          <p:cNvSpPr txBox="1"/>
          <p:nvPr/>
        </p:nvSpPr>
        <p:spPr>
          <a:xfrm>
            <a:off x="609600" y="5372418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To dequeue is to remove an element at the </a:t>
            </a:r>
            <a:r>
              <a:rPr lang="en-US" sz="2400" b="1" dirty="0">
                <a:solidFill>
                  <a:srgbClr val="FF0000"/>
                </a:solidFill>
              </a:rPr>
              <a:t>front</a:t>
            </a:r>
            <a:r>
              <a:rPr lang="en-US" sz="2400" dirty="0">
                <a:solidFill>
                  <a:schemeClr val="bg1"/>
                </a:solidFill>
              </a:rPr>
              <a:t> of the queue 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BE36B5D6-F916-C13F-B62A-D5A8C76D4D6D}"/>
              </a:ext>
            </a:extLst>
          </p:cNvPr>
          <p:cNvGraphicFramePr>
            <a:graphicFrameLocks noGrp="1"/>
          </p:cNvGraphicFramePr>
          <p:nvPr/>
        </p:nvGraphicFramePr>
        <p:xfrm>
          <a:off x="1905661" y="2282805"/>
          <a:ext cx="81280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136763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792361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 3</a:t>
                      </a:r>
                      <a:endParaRPr lang="en-PH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77EF5172-1E99-37DB-2EC5-37C116C4A1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2094565" y="8278519"/>
            <a:ext cx="947130" cy="99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69BE0E42-9286-6B24-21B2-05915D042A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424" y="6945385"/>
            <a:ext cx="889411" cy="9900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6D393DC1-CDFD-DBEE-3263-102C1826C61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4565" y="2449219"/>
            <a:ext cx="1489091" cy="9900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ADEE6C1E-C31F-A776-C3B5-640E0DD0A43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4256" y="2449219"/>
            <a:ext cx="1605405" cy="9900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7643BBCF-E892-A1C3-DEFD-99EA9E60973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5448961" y="3327956"/>
            <a:ext cx="1041400" cy="18669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E64BD95-AA4B-D872-3D9B-0AB667EEFD0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02" y="2224219"/>
            <a:ext cx="1440000" cy="1440000"/>
          </a:xfrm>
          <a:prstGeom prst="rect">
            <a:avLst/>
          </a:prstGeom>
        </p:spPr>
      </p:pic>
      <p:graphicFrame>
        <p:nvGraphicFramePr>
          <p:cNvPr id="3" name="Table 35">
            <a:extLst>
              <a:ext uri="{FF2B5EF4-FFF2-40B4-BE49-F238E27FC236}">
                <a16:creationId xmlns:a16="http://schemas.microsoft.com/office/drawing/2014/main" id="{704F4B82-7428-3CEC-53B4-2F9E7C1694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5060512"/>
              </p:ext>
            </p:extLst>
          </p:nvPr>
        </p:nvGraphicFramePr>
        <p:xfrm>
          <a:off x="1863047" y="131465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4" name="Arrow: Left 65">
            <a:extLst>
              <a:ext uri="{FF2B5EF4-FFF2-40B4-BE49-F238E27FC236}">
                <a16:creationId xmlns:a16="http://schemas.microsoft.com/office/drawing/2014/main" id="{2E6AC32D-015F-22CA-FFA5-06B676A58F2C}"/>
              </a:ext>
            </a:extLst>
          </p:cNvPr>
          <p:cNvSpPr/>
          <p:nvPr/>
        </p:nvSpPr>
        <p:spPr>
          <a:xfrm rot="16200000" flipV="1">
            <a:off x="2402492" y="180160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6" name="Table 35">
            <a:extLst>
              <a:ext uri="{FF2B5EF4-FFF2-40B4-BE49-F238E27FC236}">
                <a16:creationId xmlns:a16="http://schemas.microsoft.com/office/drawing/2014/main" id="{032CBEBF-0448-9E88-B343-5AFD918774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2439158"/>
              </p:ext>
            </p:extLst>
          </p:nvPr>
        </p:nvGraphicFramePr>
        <p:xfrm>
          <a:off x="4364256" y="1382023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7" name="Arrow: Left 65">
            <a:extLst>
              <a:ext uri="{FF2B5EF4-FFF2-40B4-BE49-F238E27FC236}">
                <a16:creationId xmlns:a16="http://schemas.microsoft.com/office/drawing/2014/main" id="{726E3E87-F458-3C73-F32D-4DB8C292F630}"/>
              </a:ext>
            </a:extLst>
          </p:cNvPr>
          <p:cNvSpPr/>
          <p:nvPr/>
        </p:nvSpPr>
        <p:spPr>
          <a:xfrm rot="16200000" flipV="1">
            <a:off x="4903701" y="1814807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6118656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D2EFDF-FF6E-1421-E6B5-DED883D4F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B240578-241B-B9C2-543C-CE91B6B482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Queue Operations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73E763-6603-7459-595C-881D55C5AFA0}"/>
              </a:ext>
            </a:extLst>
          </p:cNvPr>
          <p:cNvSpPr txBox="1"/>
          <p:nvPr/>
        </p:nvSpPr>
        <p:spPr>
          <a:xfrm>
            <a:off x="609600" y="5372418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To dequeue is to remove an element at the </a:t>
            </a:r>
            <a:r>
              <a:rPr lang="en-US" sz="2400" b="1" dirty="0">
                <a:solidFill>
                  <a:srgbClr val="FF0000"/>
                </a:solidFill>
              </a:rPr>
              <a:t>front</a:t>
            </a:r>
            <a:r>
              <a:rPr lang="en-US" sz="2400" dirty="0">
                <a:solidFill>
                  <a:schemeClr val="bg1"/>
                </a:solidFill>
              </a:rPr>
              <a:t> of the queue 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143FD461-669A-8F34-6473-60EA27533F99}"/>
              </a:ext>
            </a:extLst>
          </p:cNvPr>
          <p:cNvGraphicFramePr>
            <a:graphicFrameLocks noGrp="1"/>
          </p:cNvGraphicFramePr>
          <p:nvPr/>
        </p:nvGraphicFramePr>
        <p:xfrm>
          <a:off x="1905661" y="2282805"/>
          <a:ext cx="81280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136763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792361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 3</a:t>
                      </a:r>
                      <a:endParaRPr lang="en-PH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7BDC0AE7-6A21-3893-330D-F886E2DEB3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2361411" y="9495892"/>
            <a:ext cx="947130" cy="99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A4BF0FA-0A07-D77B-CA84-B9BAF2F0ACA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130" y="8324317"/>
            <a:ext cx="889411" cy="9900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2364321F-DF5F-BC0B-9FE0-206E0E0B196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0430" y="7068011"/>
            <a:ext cx="1489091" cy="9900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8E1F4060-E0B0-4235-2F4F-4EDBAF9B9C7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8339" y="2449219"/>
            <a:ext cx="1605405" cy="9900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62D4B558-0F1B-8561-1782-AFD9B0706AF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5448961" y="3327956"/>
            <a:ext cx="1041400" cy="18669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924C50D-5EAF-EE03-EF48-720845FE937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02" y="2224219"/>
            <a:ext cx="1440000" cy="1440000"/>
          </a:xfrm>
          <a:prstGeom prst="rect">
            <a:avLst/>
          </a:prstGeom>
        </p:spPr>
      </p:pic>
      <p:graphicFrame>
        <p:nvGraphicFramePr>
          <p:cNvPr id="3" name="Table 35">
            <a:extLst>
              <a:ext uri="{FF2B5EF4-FFF2-40B4-BE49-F238E27FC236}">
                <a16:creationId xmlns:a16="http://schemas.microsoft.com/office/drawing/2014/main" id="{436B2089-5A46-4BEA-90E5-B6BB2B799D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313131"/>
              </p:ext>
            </p:extLst>
          </p:nvPr>
        </p:nvGraphicFramePr>
        <p:xfrm>
          <a:off x="1863047" y="131465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4" name="Arrow: Left 65">
            <a:extLst>
              <a:ext uri="{FF2B5EF4-FFF2-40B4-BE49-F238E27FC236}">
                <a16:creationId xmlns:a16="http://schemas.microsoft.com/office/drawing/2014/main" id="{004567CD-C721-68BC-34DD-10D436D9C627}"/>
              </a:ext>
            </a:extLst>
          </p:cNvPr>
          <p:cNvSpPr/>
          <p:nvPr/>
        </p:nvSpPr>
        <p:spPr>
          <a:xfrm rot="16200000" flipV="1">
            <a:off x="2402492" y="180160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6" name="Table 35">
            <a:extLst>
              <a:ext uri="{FF2B5EF4-FFF2-40B4-BE49-F238E27FC236}">
                <a16:creationId xmlns:a16="http://schemas.microsoft.com/office/drawing/2014/main" id="{A14882D7-6B34-8228-66CF-15083B118C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793810"/>
              </p:ext>
            </p:extLst>
          </p:nvPr>
        </p:nvGraphicFramePr>
        <p:xfrm>
          <a:off x="1863046" y="1382023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7" name="Arrow: Left 65">
            <a:extLst>
              <a:ext uri="{FF2B5EF4-FFF2-40B4-BE49-F238E27FC236}">
                <a16:creationId xmlns:a16="http://schemas.microsoft.com/office/drawing/2014/main" id="{865FA0A5-5D2A-EC9F-E62E-C28F3A83734C}"/>
              </a:ext>
            </a:extLst>
          </p:cNvPr>
          <p:cNvSpPr/>
          <p:nvPr/>
        </p:nvSpPr>
        <p:spPr>
          <a:xfrm rot="16200000" flipV="1">
            <a:off x="2402491" y="1814807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96814962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D4B9B4-C4EF-09C5-0B8E-6903A3FC0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7BB3902-A74F-4AC0-5C70-475225FED1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Queue Operations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0F1194-FF24-8EB9-5CBA-EF1598CA7C67}"/>
              </a:ext>
            </a:extLst>
          </p:cNvPr>
          <p:cNvSpPr txBox="1"/>
          <p:nvPr/>
        </p:nvSpPr>
        <p:spPr>
          <a:xfrm>
            <a:off x="609600" y="5372418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To dequeue is to remove an element at the </a:t>
            </a:r>
            <a:r>
              <a:rPr lang="en-US" sz="2400" b="1" dirty="0">
                <a:solidFill>
                  <a:srgbClr val="FF0000"/>
                </a:solidFill>
              </a:rPr>
              <a:t>front</a:t>
            </a:r>
            <a:r>
              <a:rPr lang="en-US" sz="2400" dirty="0">
                <a:solidFill>
                  <a:schemeClr val="bg1"/>
                </a:solidFill>
              </a:rPr>
              <a:t> of the queue 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AC1E0B29-7BD6-0A2E-A80A-31C9E2FF2028}"/>
              </a:ext>
            </a:extLst>
          </p:cNvPr>
          <p:cNvGraphicFramePr>
            <a:graphicFrameLocks noGrp="1"/>
          </p:cNvGraphicFramePr>
          <p:nvPr/>
        </p:nvGraphicFramePr>
        <p:xfrm>
          <a:off x="1905661" y="2282805"/>
          <a:ext cx="81280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136763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792361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 3</a:t>
                      </a:r>
                      <a:endParaRPr lang="en-PH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4E9A50A9-302F-C684-E7B6-253965D00A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2251894" y="10580528"/>
            <a:ext cx="947130" cy="99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82273161-17CA-4014-312B-EB386079A7C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9613" y="9314801"/>
            <a:ext cx="889411" cy="9900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5A4B117F-6B5A-60FE-118C-5552BCE0C1E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0913" y="8104614"/>
            <a:ext cx="1489091" cy="9900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B3BE9903-FBAD-68BB-5E6B-07544F78FC4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5661" y="6894427"/>
            <a:ext cx="1605405" cy="9900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CDF70501-4D61-87B9-3DEA-D4A698D23BD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5448961" y="3327956"/>
            <a:ext cx="1041400" cy="18669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F7FA0E8-03C9-A865-D445-2D5B7F8527C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02" y="2224219"/>
            <a:ext cx="1440000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327507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843DAF-46A4-9DB4-1BCF-DE4203A32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98CADBA-3227-78FD-8953-8BDD711E6F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Implementing a Queue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D4018ED-1C91-8D69-8C35-111C15202D22}"/>
              </a:ext>
            </a:extLst>
          </p:cNvPr>
          <p:cNvSpPr txBox="1"/>
          <p:nvPr/>
        </p:nvSpPr>
        <p:spPr>
          <a:xfrm>
            <a:off x="5542831" y="3711702"/>
            <a:ext cx="8658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Array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A31DE2E3-1074-3FEC-8DDB-89BA0C2750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8298648"/>
              </p:ext>
            </p:extLst>
          </p:nvPr>
        </p:nvGraphicFramePr>
        <p:xfrm>
          <a:off x="1905661" y="2282805"/>
          <a:ext cx="8128000" cy="144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851626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588374"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 3</a:t>
                      </a:r>
                      <a:endParaRPr lang="en-PH" sz="2500" b="1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C8AC9985-C62E-9A57-9D7C-F94C296B96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2520209" y="2336364"/>
            <a:ext cx="688822" cy="72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EB7BD3E-2DA4-913B-1E0A-6EE29E2EC8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4941" y="2336364"/>
            <a:ext cx="646844" cy="7200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9FEDEED9-2432-B85D-9FD4-6A4F9F22740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8729" y="2336395"/>
            <a:ext cx="1082975" cy="7200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03E1A3C1-DAB2-8E8F-7D01-FC14AC8E288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6572" y="2350173"/>
            <a:ext cx="1167567" cy="720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528DCED-5DF4-9FCB-2080-789A4824BF8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227" y="2642805"/>
            <a:ext cx="720000" cy="720000"/>
          </a:xfrm>
          <a:prstGeom prst="rect">
            <a:avLst/>
          </a:prstGeom>
        </p:spPr>
      </p:pic>
      <p:graphicFrame>
        <p:nvGraphicFramePr>
          <p:cNvPr id="3" name="Table 35">
            <a:extLst>
              <a:ext uri="{FF2B5EF4-FFF2-40B4-BE49-F238E27FC236}">
                <a16:creationId xmlns:a16="http://schemas.microsoft.com/office/drawing/2014/main" id="{0A4CB744-1086-46EB-24F3-7456F7EC0B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1519637"/>
              </p:ext>
            </p:extLst>
          </p:nvPr>
        </p:nvGraphicFramePr>
        <p:xfrm>
          <a:off x="2109715" y="1298144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4" name="Arrow: Left 65">
            <a:extLst>
              <a:ext uri="{FF2B5EF4-FFF2-40B4-BE49-F238E27FC236}">
                <a16:creationId xmlns:a16="http://schemas.microsoft.com/office/drawing/2014/main" id="{A753D451-7FF9-466A-5DB8-CA56C582B3BC}"/>
              </a:ext>
            </a:extLst>
          </p:cNvPr>
          <p:cNvSpPr/>
          <p:nvPr/>
        </p:nvSpPr>
        <p:spPr>
          <a:xfrm rot="16200000" flipV="1">
            <a:off x="2649160" y="1785098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6" name="Table 35">
            <a:extLst>
              <a:ext uri="{FF2B5EF4-FFF2-40B4-BE49-F238E27FC236}">
                <a16:creationId xmlns:a16="http://schemas.microsoft.com/office/drawing/2014/main" id="{92413F83-B7C3-2AD6-2659-48A391E989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8248938"/>
              </p:ext>
            </p:extLst>
          </p:nvPr>
        </p:nvGraphicFramePr>
        <p:xfrm>
          <a:off x="8249149" y="1384319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7" name="Arrow: Left 65">
            <a:extLst>
              <a:ext uri="{FF2B5EF4-FFF2-40B4-BE49-F238E27FC236}">
                <a16:creationId xmlns:a16="http://schemas.microsoft.com/office/drawing/2014/main" id="{C082D8BE-78DC-69D4-FF30-9295607640A5}"/>
              </a:ext>
            </a:extLst>
          </p:cNvPr>
          <p:cNvSpPr/>
          <p:nvPr/>
        </p:nvSpPr>
        <p:spPr>
          <a:xfrm rot="16200000" flipV="1">
            <a:off x="8788594" y="1817103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20" name="Table 10">
            <a:extLst>
              <a:ext uri="{FF2B5EF4-FFF2-40B4-BE49-F238E27FC236}">
                <a16:creationId xmlns:a16="http://schemas.microsoft.com/office/drawing/2014/main" id="{288561A0-8021-F7B4-E64D-620A5A9EE7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5714240"/>
              </p:ext>
            </p:extLst>
          </p:nvPr>
        </p:nvGraphicFramePr>
        <p:xfrm>
          <a:off x="1905661" y="4897120"/>
          <a:ext cx="8128000" cy="144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91175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528241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 3</a:t>
                      </a:r>
                      <a:endParaRPr lang="en-PH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21" name="Picture 20">
            <a:extLst>
              <a:ext uri="{FF2B5EF4-FFF2-40B4-BE49-F238E27FC236}">
                <a16:creationId xmlns:a16="http://schemas.microsoft.com/office/drawing/2014/main" id="{FE98D9F4-FC32-936E-1795-FB4D7F6AA9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2517773" y="5014288"/>
            <a:ext cx="688822" cy="72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542C682-ED13-75FA-7DCC-264F25369E5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4941" y="5014288"/>
            <a:ext cx="646844" cy="720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DBFBE46F-23E5-2EE5-6ACA-EAE3D6FDD6D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8729" y="4965277"/>
            <a:ext cx="1082975" cy="72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E6D34549-170A-2759-0209-FF5368696AE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6572" y="4965277"/>
            <a:ext cx="1167567" cy="72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1CADD47E-EC44-976B-BD82-7FF2D8F06A9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227" y="4965277"/>
            <a:ext cx="720000" cy="72000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EAAE43C3-16D5-BC8D-C911-7FAC55E1D685}"/>
              </a:ext>
            </a:extLst>
          </p:cNvPr>
          <p:cNvSpPr txBox="1"/>
          <p:nvPr/>
        </p:nvSpPr>
        <p:spPr>
          <a:xfrm>
            <a:off x="5429660" y="5875455"/>
            <a:ext cx="10800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Queue</a:t>
            </a:r>
          </a:p>
        </p:txBody>
      </p:sp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440A9D07-745B-F45B-08FB-ABD1DFB549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8343164"/>
              </p:ext>
            </p:extLst>
          </p:nvPr>
        </p:nvGraphicFramePr>
        <p:xfrm>
          <a:off x="2109715" y="3928528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37" name="Arrow: Left 65">
            <a:extLst>
              <a:ext uri="{FF2B5EF4-FFF2-40B4-BE49-F238E27FC236}">
                <a16:creationId xmlns:a16="http://schemas.microsoft.com/office/drawing/2014/main" id="{D72E297C-A7F3-74F5-5E06-3AE4846816E4}"/>
              </a:ext>
            </a:extLst>
          </p:cNvPr>
          <p:cNvSpPr/>
          <p:nvPr/>
        </p:nvSpPr>
        <p:spPr>
          <a:xfrm rot="16200000" flipV="1">
            <a:off x="2649160" y="4415482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38" name="Table 35">
            <a:extLst>
              <a:ext uri="{FF2B5EF4-FFF2-40B4-BE49-F238E27FC236}">
                <a16:creationId xmlns:a16="http://schemas.microsoft.com/office/drawing/2014/main" id="{275E143A-552C-E3C6-6F11-748E4B8EB1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1585179"/>
              </p:ext>
            </p:extLst>
          </p:nvPr>
        </p:nvGraphicFramePr>
        <p:xfrm>
          <a:off x="8249149" y="3990487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39" name="Arrow: Left 65">
            <a:extLst>
              <a:ext uri="{FF2B5EF4-FFF2-40B4-BE49-F238E27FC236}">
                <a16:creationId xmlns:a16="http://schemas.microsoft.com/office/drawing/2014/main" id="{8683B1D1-5365-12CB-5FF5-4D4B2B35147D}"/>
              </a:ext>
            </a:extLst>
          </p:cNvPr>
          <p:cNvSpPr/>
          <p:nvPr/>
        </p:nvSpPr>
        <p:spPr>
          <a:xfrm rot="16200000" flipV="1">
            <a:off x="8788594" y="4423271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61476378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DFC320-A093-516F-1D59-7EC1EAF6C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1487D9E-4D93-419B-9A99-AD829BA98494}"/>
              </a:ext>
            </a:extLst>
          </p:cNvPr>
          <p:cNvSpPr txBox="1"/>
          <p:nvPr/>
        </p:nvSpPr>
        <p:spPr>
          <a:xfrm>
            <a:off x="5542831" y="3126482"/>
            <a:ext cx="8658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Array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ABC20152-4F46-B1FA-633A-4A50401AC3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5987860"/>
              </p:ext>
            </p:extLst>
          </p:nvPr>
        </p:nvGraphicFramePr>
        <p:xfrm>
          <a:off x="1905661" y="1697585"/>
          <a:ext cx="8128000" cy="144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851626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588374"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 3</a:t>
                      </a:r>
                      <a:endParaRPr lang="en-PH" sz="2500" b="1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7AC9BA6E-BC93-4613-189A-663F3F8FC1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2520209" y="1751144"/>
            <a:ext cx="688822" cy="72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2DD0151E-6C82-3C87-4222-078C5135410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4941" y="1751144"/>
            <a:ext cx="646844" cy="7200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638CD7C8-0128-0402-5DC5-73F0C793385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8729" y="1751175"/>
            <a:ext cx="1082975" cy="7200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41B99DE0-C42E-F5D2-3D66-9AF477A1258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6572" y="1764953"/>
            <a:ext cx="1167567" cy="720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01F20A1-5329-78C6-2627-DC452D2DA61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227" y="2057585"/>
            <a:ext cx="720000" cy="720000"/>
          </a:xfrm>
          <a:prstGeom prst="rect">
            <a:avLst/>
          </a:prstGeom>
        </p:spPr>
      </p:pic>
      <p:graphicFrame>
        <p:nvGraphicFramePr>
          <p:cNvPr id="3" name="Table 35">
            <a:extLst>
              <a:ext uri="{FF2B5EF4-FFF2-40B4-BE49-F238E27FC236}">
                <a16:creationId xmlns:a16="http://schemas.microsoft.com/office/drawing/2014/main" id="{C172557D-ADA5-7804-2C19-C155D117C5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592839"/>
              </p:ext>
            </p:extLst>
          </p:nvPr>
        </p:nvGraphicFramePr>
        <p:xfrm>
          <a:off x="2109715" y="712924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4" name="Arrow: Left 65">
            <a:extLst>
              <a:ext uri="{FF2B5EF4-FFF2-40B4-BE49-F238E27FC236}">
                <a16:creationId xmlns:a16="http://schemas.microsoft.com/office/drawing/2014/main" id="{540CA9E3-1E3D-C343-B164-D4A7240C0B04}"/>
              </a:ext>
            </a:extLst>
          </p:cNvPr>
          <p:cNvSpPr/>
          <p:nvPr/>
        </p:nvSpPr>
        <p:spPr>
          <a:xfrm rot="16200000" flipV="1">
            <a:off x="2649160" y="1199878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6" name="Table 35">
            <a:extLst>
              <a:ext uri="{FF2B5EF4-FFF2-40B4-BE49-F238E27FC236}">
                <a16:creationId xmlns:a16="http://schemas.microsoft.com/office/drawing/2014/main" id="{A43308AF-9E2E-CC38-4907-CF2541D5B9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3438607"/>
              </p:ext>
            </p:extLst>
          </p:nvPr>
        </p:nvGraphicFramePr>
        <p:xfrm>
          <a:off x="8249149" y="799099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7" name="Arrow: Left 65">
            <a:extLst>
              <a:ext uri="{FF2B5EF4-FFF2-40B4-BE49-F238E27FC236}">
                <a16:creationId xmlns:a16="http://schemas.microsoft.com/office/drawing/2014/main" id="{884B5500-4DA3-78F4-C515-06E56D228FE5}"/>
              </a:ext>
            </a:extLst>
          </p:cNvPr>
          <p:cNvSpPr/>
          <p:nvPr/>
        </p:nvSpPr>
        <p:spPr>
          <a:xfrm rot="16200000" flipV="1">
            <a:off x="8788594" y="1231883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20" name="Table 10">
            <a:extLst>
              <a:ext uri="{FF2B5EF4-FFF2-40B4-BE49-F238E27FC236}">
                <a16:creationId xmlns:a16="http://schemas.microsoft.com/office/drawing/2014/main" id="{268A61E6-14F9-3608-3237-9ACDC331A8E5}"/>
              </a:ext>
            </a:extLst>
          </p:cNvPr>
          <p:cNvGraphicFramePr>
            <a:graphicFrameLocks noGrp="1"/>
          </p:cNvGraphicFramePr>
          <p:nvPr/>
        </p:nvGraphicFramePr>
        <p:xfrm>
          <a:off x="1905661" y="4897120"/>
          <a:ext cx="8128000" cy="144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91175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528241"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 3</a:t>
                      </a:r>
                      <a:endParaRPr lang="en-PH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21" name="Picture 20">
            <a:extLst>
              <a:ext uri="{FF2B5EF4-FFF2-40B4-BE49-F238E27FC236}">
                <a16:creationId xmlns:a16="http://schemas.microsoft.com/office/drawing/2014/main" id="{08CC5718-371D-DD6E-2C6C-D9F0BDC4D7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5"/>
          <a:stretch>
            <a:fillRect/>
          </a:stretch>
        </p:blipFill>
        <p:spPr>
          <a:xfrm>
            <a:off x="2517773" y="5014288"/>
            <a:ext cx="688822" cy="72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75C9E74-A3EF-D60C-C355-FC97B40315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4941" y="5014288"/>
            <a:ext cx="646844" cy="720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B2C7EAA-D5BA-8647-9EC3-2B4919485B3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8729" y="4965277"/>
            <a:ext cx="1082975" cy="72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1A37516-D52D-3BC9-8FE4-C38342BBFAF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6572" y="4965277"/>
            <a:ext cx="1167567" cy="72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70DAED0-5DF7-3E74-88F6-23D22B2A479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227" y="4965277"/>
            <a:ext cx="720000" cy="72000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DEBE6E1F-21E8-ECDA-F5BE-3753E9CA0F25}"/>
              </a:ext>
            </a:extLst>
          </p:cNvPr>
          <p:cNvSpPr txBox="1"/>
          <p:nvPr/>
        </p:nvSpPr>
        <p:spPr>
          <a:xfrm>
            <a:off x="5429660" y="5875455"/>
            <a:ext cx="10800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Queue</a:t>
            </a:r>
          </a:p>
        </p:txBody>
      </p:sp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B23579EF-9803-E072-D8A7-4917807C31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3888938"/>
              </p:ext>
            </p:extLst>
          </p:nvPr>
        </p:nvGraphicFramePr>
        <p:xfrm>
          <a:off x="2109715" y="3928084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37" name="Arrow: Left 65">
            <a:extLst>
              <a:ext uri="{FF2B5EF4-FFF2-40B4-BE49-F238E27FC236}">
                <a16:creationId xmlns:a16="http://schemas.microsoft.com/office/drawing/2014/main" id="{623A9E97-B649-0D8D-535D-2729263FB1CE}"/>
              </a:ext>
            </a:extLst>
          </p:cNvPr>
          <p:cNvSpPr/>
          <p:nvPr/>
        </p:nvSpPr>
        <p:spPr>
          <a:xfrm rot="16200000" flipV="1">
            <a:off x="2649160" y="4415482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38" name="Table 35">
            <a:extLst>
              <a:ext uri="{FF2B5EF4-FFF2-40B4-BE49-F238E27FC236}">
                <a16:creationId xmlns:a16="http://schemas.microsoft.com/office/drawing/2014/main" id="{4542A021-0C3A-E5BD-0BA8-C64A186C50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2972566"/>
              </p:ext>
            </p:extLst>
          </p:nvPr>
        </p:nvGraphicFramePr>
        <p:xfrm>
          <a:off x="8249149" y="3971986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39" name="Arrow: Left 65">
            <a:extLst>
              <a:ext uri="{FF2B5EF4-FFF2-40B4-BE49-F238E27FC236}">
                <a16:creationId xmlns:a16="http://schemas.microsoft.com/office/drawing/2014/main" id="{C48744B2-65BB-323C-0A3A-BE54F35AFAF1}"/>
              </a:ext>
            </a:extLst>
          </p:cNvPr>
          <p:cNvSpPr/>
          <p:nvPr/>
        </p:nvSpPr>
        <p:spPr>
          <a:xfrm rot="16200000" flipV="1">
            <a:off x="8788594" y="4423271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67208125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BE5451-C101-945A-8617-F9B085B42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3CA5BFD-5FAF-4CA2-2D0F-C312432EFD64}"/>
              </a:ext>
            </a:extLst>
          </p:cNvPr>
          <p:cNvSpPr txBox="1"/>
          <p:nvPr/>
        </p:nvSpPr>
        <p:spPr>
          <a:xfrm>
            <a:off x="3541776" y="2914703"/>
            <a:ext cx="8658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Array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00437A51-7906-6BDA-4707-1195A84DC508}"/>
              </a:ext>
            </a:extLst>
          </p:cNvPr>
          <p:cNvGraphicFramePr>
            <a:graphicFrameLocks noGrp="1"/>
          </p:cNvGraphicFramePr>
          <p:nvPr/>
        </p:nvGraphicFramePr>
        <p:xfrm>
          <a:off x="1274725" y="1414121"/>
          <a:ext cx="5400000" cy="144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851626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588374"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 3</a:t>
                      </a:r>
                      <a:endParaRPr lang="en-PH" sz="2500" b="1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graphicFrame>
        <p:nvGraphicFramePr>
          <p:cNvPr id="20" name="Table 10">
            <a:extLst>
              <a:ext uri="{FF2B5EF4-FFF2-40B4-BE49-F238E27FC236}">
                <a16:creationId xmlns:a16="http://schemas.microsoft.com/office/drawing/2014/main" id="{775B6FD2-F18A-A1D6-E849-8E7CA8DF2B58}"/>
              </a:ext>
            </a:extLst>
          </p:cNvPr>
          <p:cNvGraphicFramePr>
            <a:graphicFrameLocks noGrp="1"/>
          </p:cNvGraphicFramePr>
          <p:nvPr/>
        </p:nvGraphicFramePr>
        <p:xfrm>
          <a:off x="1274725" y="4613656"/>
          <a:ext cx="5400000" cy="9117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91175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1DE023FE-E9AA-4339-5D75-6A390EDA07EA}"/>
              </a:ext>
            </a:extLst>
          </p:cNvPr>
          <p:cNvSpPr txBox="1"/>
          <p:nvPr/>
        </p:nvSpPr>
        <p:spPr>
          <a:xfrm>
            <a:off x="3068964" y="5591991"/>
            <a:ext cx="10800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Queue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D7F3EC-C1EA-CECE-9F62-2EBF2A4827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4566858" y="5462823"/>
            <a:ext cx="401633" cy="72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DB7A69A-C717-D598-2CDA-28819E5401F0}"/>
              </a:ext>
            </a:extLst>
          </p:cNvPr>
          <p:cNvSpPr txBox="1"/>
          <p:nvPr/>
        </p:nvSpPr>
        <p:spPr>
          <a:xfrm>
            <a:off x="8043037" y="837211"/>
            <a:ext cx="3600711" cy="507831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class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private: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queueArray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queueSize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front;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rear;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numItems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b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public: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size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~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void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num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void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dequeue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&amp;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num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bool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isFull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bool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isEmpty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void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clear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010018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E737F4-9DB6-ECF4-27FB-62F2AFDF1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8A19C6A-099D-1318-0CC8-F5E44A3C3FF7}"/>
              </a:ext>
            </a:extLst>
          </p:cNvPr>
          <p:cNvSpPr txBox="1"/>
          <p:nvPr/>
        </p:nvSpPr>
        <p:spPr>
          <a:xfrm>
            <a:off x="3541776" y="2914703"/>
            <a:ext cx="8658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Array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61A61EF0-764D-25AE-ABF1-6D9FD207DD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3759999"/>
              </p:ext>
            </p:extLst>
          </p:nvPr>
        </p:nvGraphicFramePr>
        <p:xfrm>
          <a:off x="1274725" y="1414121"/>
          <a:ext cx="5400000" cy="144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851626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588374"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 3</a:t>
                      </a:r>
                      <a:endParaRPr lang="en-PH" sz="2500" b="1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graphicFrame>
        <p:nvGraphicFramePr>
          <p:cNvPr id="20" name="Table 10">
            <a:extLst>
              <a:ext uri="{FF2B5EF4-FFF2-40B4-BE49-F238E27FC236}">
                <a16:creationId xmlns:a16="http://schemas.microsoft.com/office/drawing/2014/main" id="{9B99A6A1-287F-CD38-B967-7F387A9C5A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7573634"/>
              </p:ext>
            </p:extLst>
          </p:nvPr>
        </p:nvGraphicFramePr>
        <p:xfrm>
          <a:off x="1274725" y="4613656"/>
          <a:ext cx="5400000" cy="9117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91175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54410E35-B7EE-75C9-707E-889C1766F37F}"/>
              </a:ext>
            </a:extLst>
          </p:cNvPr>
          <p:cNvSpPr txBox="1"/>
          <p:nvPr/>
        </p:nvSpPr>
        <p:spPr>
          <a:xfrm>
            <a:off x="3068964" y="5591991"/>
            <a:ext cx="10800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Queue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2DE94EB-2B9B-60D2-833F-7959CC79037D}"/>
              </a:ext>
            </a:extLst>
          </p:cNvPr>
          <p:cNvSpPr txBox="1"/>
          <p:nvPr/>
        </p:nvSpPr>
        <p:spPr>
          <a:xfrm>
            <a:off x="7319772" y="1414121"/>
            <a:ext cx="3745326" cy="230832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queueArray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queueSize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front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rear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numItems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2784AA-B339-0B42-B4E4-1A67695F09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4566858" y="5462823"/>
            <a:ext cx="401633" cy="720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17F6F78-48C7-A6A6-AEAA-B8DFA89A06EE}"/>
              </a:ext>
            </a:extLst>
          </p:cNvPr>
          <p:cNvSpPr txBox="1"/>
          <p:nvPr/>
        </p:nvSpPr>
        <p:spPr>
          <a:xfrm>
            <a:off x="7319772" y="4121918"/>
            <a:ext cx="3745326" cy="120032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~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	delete[]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queueArray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289683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8040F1-374F-3DB1-DF88-EE788715B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30BAA39-6971-99D0-E197-D46204CEA0A1}"/>
              </a:ext>
            </a:extLst>
          </p:cNvPr>
          <p:cNvSpPr txBox="1"/>
          <p:nvPr/>
        </p:nvSpPr>
        <p:spPr>
          <a:xfrm>
            <a:off x="3541776" y="2914703"/>
            <a:ext cx="8658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Array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3038346A-D5CB-C376-A625-6BD94FA39A76}"/>
              </a:ext>
            </a:extLst>
          </p:cNvPr>
          <p:cNvGraphicFramePr>
            <a:graphicFrameLocks noGrp="1"/>
          </p:cNvGraphicFramePr>
          <p:nvPr/>
        </p:nvGraphicFramePr>
        <p:xfrm>
          <a:off x="1274725" y="1414121"/>
          <a:ext cx="5400000" cy="144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851626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588374"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 3</a:t>
                      </a:r>
                      <a:endParaRPr lang="en-PH" sz="2500" b="1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graphicFrame>
        <p:nvGraphicFramePr>
          <p:cNvPr id="20" name="Table 10">
            <a:extLst>
              <a:ext uri="{FF2B5EF4-FFF2-40B4-BE49-F238E27FC236}">
                <a16:creationId xmlns:a16="http://schemas.microsoft.com/office/drawing/2014/main" id="{709BCDB5-7459-2055-729B-EDA1EA5EB1F2}"/>
              </a:ext>
            </a:extLst>
          </p:cNvPr>
          <p:cNvGraphicFramePr>
            <a:graphicFrameLocks noGrp="1"/>
          </p:cNvGraphicFramePr>
          <p:nvPr/>
        </p:nvGraphicFramePr>
        <p:xfrm>
          <a:off x="1274725" y="4613656"/>
          <a:ext cx="5400000" cy="9117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91175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55ECE752-C01E-7BD3-9C6D-7DEA692BEF39}"/>
              </a:ext>
            </a:extLst>
          </p:cNvPr>
          <p:cNvSpPr txBox="1"/>
          <p:nvPr/>
        </p:nvSpPr>
        <p:spPr>
          <a:xfrm>
            <a:off x="3068964" y="5591991"/>
            <a:ext cx="10800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Queue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A0E04A-1D92-5B2D-DB2A-3E10B7AB03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4566858" y="5462823"/>
            <a:ext cx="401633" cy="72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7F31CD5-0D1A-63D2-5EFC-6BD5EA070DC1}"/>
              </a:ext>
            </a:extLst>
          </p:cNvPr>
          <p:cNvSpPr txBox="1"/>
          <p:nvPr/>
        </p:nvSpPr>
        <p:spPr>
          <a:xfrm>
            <a:off x="7694008" y="1160376"/>
            <a:ext cx="3952611" cy="397031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bool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isFull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lvl="1"/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bool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status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numItems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queueSize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</a:p>
          <a:p>
            <a:pPr lvl="1"/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	status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false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pPr lvl="1"/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else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pPr lvl="1"/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	status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false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status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9129767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E2353D-C23A-A7F0-FB97-9C73D70E1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7AC4E0A-4C50-9C7D-8A37-7F89288CD558}"/>
              </a:ext>
            </a:extLst>
          </p:cNvPr>
          <p:cNvSpPr txBox="1"/>
          <p:nvPr/>
        </p:nvSpPr>
        <p:spPr>
          <a:xfrm>
            <a:off x="3541776" y="2914703"/>
            <a:ext cx="8658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Array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07A75AF6-95D1-E99A-A2B3-86D77CB3D94B}"/>
              </a:ext>
            </a:extLst>
          </p:cNvPr>
          <p:cNvGraphicFramePr>
            <a:graphicFrameLocks noGrp="1"/>
          </p:cNvGraphicFramePr>
          <p:nvPr/>
        </p:nvGraphicFramePr>
        <p:xfrm>
          <a:off x="1274725" y="1414121"/>
          <a:ext cx="5400000" cy="144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851626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588374"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 3</a:t>
                      </a:r>
                      <a:endParaRPr lang="en-PH" sz="2500" b="1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graphicFrame>
        <p:nvGraphicFramePr>
          <p:cNvPr id="20" name="Table 10">
            <a:extLst>
              <a:ext uri="{FF2B5EF4-FFF2-40B4-BE49-F238E27FC236}">
                <a16:creationId xmlns:a16="http://schemas.microsoft.com/office/drawing/2014/main" id="{1246591E-B159-0724-233D-1A820AEDB3CE}"/>
              </a:ext>
            </a:extLst>
          </p:cNvPr>
          <p:cNvGraphicFramePr>
            <a:graphicFrameLocks noGrp="1"/>
          </p:cNvGraphicFramePr>
          <p:nvPr/>
        </p:nvGraphicFramePr>
        <p:xfrm>
          <a:off x="1274725" y="4613656"/>
          <a:ext cx="5400000" cy="9117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91175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812FBEBB-02BD-7733-507B-B668071B4050}"/>
              </a:ext>
            </a:extLst>
          </p:cNvPr>
          <p:cNvSpPr txBox="1"/>
          <p:nvPr/>
        </p:nvSpPr>
        <p:spPr>
          <a:xfrm>
            <a:off x="3068964" y="5591991"/>
            <a:ext cx="10800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Queue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918115-BAF4-85C8-B50A-7C1B630414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4566858" y="5462823"/>
            <a:ext cx="401633" cy="720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0B798CA-8E70-8167-92F3-FF36D3697058}"/>
              </a:ext>
            </a:extLst>
          </p:cNvPr>
          <p:cNvSpPr txBox="1"/>
          <p:nvPr/>
        </p:nvSpPr>
        <p:spPr>
          <a:xfrm>
            <a:off x="7784328" y="1414121"/>
            <a:ext cx="3439885" cy="36933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bool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isEmpty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dirty="0">
              <a:solidFill>
                <a:srgbClr val="BBBEBF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r>
              <a:rPr lang="en-PH" dirty="0">
                <a:solidFill>
                  <a:srgbClr val="BBBEB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bool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status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numItems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status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false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pPr lvl="1"/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else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pPr lvl="1"/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status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true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status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8187187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923B58-030D-31D1-4A13-2D6FA625C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D884AC27-E41E-34FC-A725-4FAB5CA8FAF7}"/>
              </a:ext>
            </a:extLst>
          </p:cNvPr>
          <p:cNvSpPr txBox="1"/>
          <p:nvPr/>
        </p:nvSpPr>
        <p:spPr>
          <a:xfrm>
            <a:off x="3541776" y="2914703"/>
            <a:ext cx="8658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Array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E1F2D18A-DA49-8B98-958A-48F0430ED84D}"/>
              </a:ext>
            </a:extLst>
          </p:cNvPr>
          <p:cNvGraphicFramePr>
            <a:graphicFrameLocks noGrp="1"/>
          </p:cNvGraphicFramePr>
          <p:nvPr/>
        </p:nvGraphicFramePr>
        <p:xfrm>
          <a:off x="1274725" y="1414121"/>
          <a:ext cx="5400000" cy="144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851626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588374"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 3</a:t>
                      </a:r>
                      <a:endParaRPr lang="en-PH" sz="2500" b="1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graphicFrame>
        <p:nvGraphicFramePr>
          <p:cNvPr id="20" name="Table 10">
            <a:extLst>
              <a:ext uri="{FF2B5EF4-FFF2-40B4-BE49-F238E27FC236}">
                <a16:creationId xmlns:a16="http://schemas.microsoft.com/office/drawing/2014/main" id="{DF724BEF-8B30-FFE4-3586-0FCE357CE750}"/>
              </a:ext>
            </a:extLst>
          </p:cNvPr>
          <p:cNvGraphicFramePr>
            <a:graphicFrameLocks noGrp="1"/>
          </p:cNvGraphicFramePr>
          <p:nvPr/>
        </p:nvGraphicFramePr>
        <p:xfrm>
          <a:off x="1274725" y="4613656"/>
          <a:ext cx="5400000" cy="9117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91175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89E8C9A9-4805-73DB-D114-E961D0862A5B}"/>
              </a:ext>
            </a:extLst>
          </p:cNvPr>
          <p:cNvSpPr txBox="1"/>
          <p:nvPr/>
        </p:nvSpPr>
        <p:spPr>
          <a:xfrm>
            <a:off x="3068964" y="5591991"/>
            <a:ext cx="10800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Queue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A2CEEC2-FD79-72A3-A4E9-735A632533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4566858" y="5462823"/>
            <a:ext cx="401633" cy="72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70EBB8F-D0E3-551F-757A-CD67B7BEDF7E}"/>
              </a:ext>
            </a:extLst>
          </p:cNvPr>
          <p:cNvSpPr txBox="1"/>
          <p:nvPr/>
        </p:nvSpPr>
        <p:spPr>
          <a:xfrm>
            <a:off x="7859721" y="1414121"/>
            <a:ext cx="3439884" cy="175432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void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clear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lvl="1"/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front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queueSize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rear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queueSize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numItems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8575114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464F94-B44B-D0B5-8DB2-46F661AAC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779E95D-FD7C-DBF3-E652-6AF3C1059B3A}"/>
              </a:ext>
            </a:extLst>
          </p:cNvPr>
          <p:cNvSpPr txBox="1"/>
          <p:nvPr/>
        </p:nvSpPr>
        <p:spPr>
          <a:xfrm>
            <a:off x="2714462" y="5638175"/>
            <a:ext cx="8658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Array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80CB50C6-2536-A1E1-A19D-8AAE94E63088}"/>
              </a:ext>
            </a:extLst>
          </p:cNvPr>
          <p:cNvGraphicFramePr>
            <a:graphicFrameLocks noGrp="1"/>
          </p:cNvGraphicFramePr>
          <p:nvPr/>
        </p:nvGraphicFramePr>
        <p:xfrm>
          <a:off x="447411" y="4137593"/>
          <a:ext cx="5400000" cy="144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851626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588374"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 3</a:t>
                      </a:r>
                      <a:endParaRPr lang="en-PH" sz="2500" b="1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graphicFrame>
        <p:nvGraphicFramePr>
          <p:cNvPr id="20" name="Table 10">
            <a:extLst>
              <a:ext uri="{FF2B5EF4-FFF2-40B4-BE49-F238E27FC236}">
                <a16:creationId xmlns:a16="http://schemas.microsoft.com/office/drawing/2014/main" id="{74C09E40-1AE6-7661-FFFD-223335618984}"/>
              </a:ext>
            </a:extLst>
          </p:cNvPr>
          <p:cNvGraphicFramePr>
            <a:graphicFrameLocks noGrp="1"/>
          </p:cNvGraphicFramePr>
          <p:nvPr/>
        </p:nvGraphicFramePr>
        <p:xfrm>
          <a:off x="6529648" y="4659840"/>
          <a:ext cx="5400000" cy="9117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91175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279F2B84-BDAD-F3A8-A654-106556567FE8}"/>
              </a:ext>
            </a:extLst>
          </p:cNvPr>
          <p:cNvSpPr txBox="1"/>
          <p:nvPr/>
        </p:nvSpPr>
        <p:spPr>
          <a:xfrm>
            <a:off x="8323887" y="5638175"/>
            <a:ext cx="10800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Queue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DE98B5-CA56-8190-7B93-612A25B9B0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9821781" y="5509007"/>
            <a:ext cx="401633" cy="720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838A1C5-060B-C1AF-9965-704A9A0CBC0C}"/>
              </a:ext>
            </a:extLst>
          </p:cNvPr>
          <p:cNvSpPr txBox="1"/>
          <p:nvPr/>
        </p:nvSpPr>
        <p:spPr>
          <a:xfrm>
            <a:off x="1567677" y="462530"/>
            <a:ext cx="9056646" cy="313932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void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num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lvl="1"/>
            <a:r>
              <a:rPr lang="en-PH" dirty="0">
                <a:solidFill>
                  <a:srgbClr val="C586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-PH" dirty="0">
                <a:solidFill>
                  <a:srgbClr val="BBBEB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dirty="0" err="1">
                <a:solidFill>
                  <a:srgbClr val="D2A8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isFull</a:t>
            </a:r>
            <a:r>
              <a:rPr lang="en-PH" dirty="0">
                <a:solidFill>
                  <a:srgbClr val="BBBEB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()) </a:t>
            </a:r>
          </a:p>
          <a:p>
            <a:pPr lvl="1"/>
            <a:r>
              <a:rPr lang="en-PH" dirty="0">
                <a:solidFill>
                  <a:srgbClr val="C9D1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dirty="0">
              <a:solidFill>
                <a:srgbClr val="BBBEBF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dirty="0" err="1">
                <a:solidFill>
                  <a:srgbClr val="C9D1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dirty="0">
                <a:solidFill>
                  <a:srgbClr val="C9D1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dirty="0">
                <a:solidFill>
                  <a:srgbClr val="D2A8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dirty="0">
                <a:solidFill>
                  <a:srgbClr val="C9D1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dirty="0">
                <a:solidFill>
                  <a:srgbClr val="A5D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"Queue is full. Cannot enqueue "</a:t>
            </a:r>
            <a:r>
              <a:rPr lang="en-PH" dirty="0">
                <a:solidFill>
                  <a:srgbClr val="C9D1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dirty="0">
                <a:solidFill>
                  <a:srgbClr val="D2A8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dirty="0">
                <a:solidFill>
                  <a:srgbClr val="C9D1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dirty="0">
                <a:solidFill>
                  <a:srgbClr val="FFA657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num</a:t>
            </a:r>
            <a:r>
              <a:rPr lang="en-PH" dirty="0">
                <a:solidFill>
                  <a:srgbClr val="C9D1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dirty="0">
                <a:solidFill>
                  <a:srgbClr val="D2A8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dirty="0">
                <a:solidFill>
                  <a:srgbClr val="C9D1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dirty="0">
                <a:solidFill>
                  <a:srgbClr val="A5D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"."</a:t>
            </a:r>
            <a:r>
              <a:rPr lang="en-PH" dirty="0">
                <a:solidFill>
                  <a:srgbClr val="C9D1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dirty="0">
                <a:solidFill>
                  <a:srgbClr val="D2A8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dirty="0">
                <a:solidFill>
                  <a:srgbClr val="C9D1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dirty="0" err="1">
                <a:solidFill>
                  <a:srgbClr val="D2A8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dirty="0">
                <a:solidFill>
                  <a:srgbClr val="C9D1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dirty="0">
              <a:solidFill>
                <a:srgbClr val="BBBEBF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pPr lvl="1"/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rear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rear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%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queueSize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queueArray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rear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]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num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numItems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++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03727555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857F0D-4A60-D00B-50AF-71CFADE98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DD4C438-D027-37D3-9243-8F6CA06A9376}"/>
              </a:ext>
            </a:extLst>
          </p:cNvPr>
          <p:cNvSpPr txBox="1"/>
          <p:nvPr/>
        </p:nvSpPr>
        <p:spPr>
          <a:xfrm>
            <a:off x="2714462" y="5638175"/>
            <a:ext cx="8658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Array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435FF505-2B3D-F934-60F8-157AFCCB2C30}"/>
              </a:ext>
            </a:extLst>
          </p:cNvPr>
          <p:cNvGraphicFramePr>
            <a:graphicFrameLocks noGrp="1"/>
          </p:cNvGraphicFramePr>
          <p:nvPr/>
        </p:nvGraphicFramePr>
        <p:xfrm>
          <a:off x="447411" y="4137593"/>
          <a:ext cx="5400000" cy="144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851626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588374"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 3</a:t>
                      </a:r>
                      <a:endParaRPr lang="en-PH" sz="2500" b="1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graphicFrame>
        <p:nvGraphicFramePr>
          <p:cNvPr id="20" name="Table 10">
            <a:extLst>
              <a:ext uri="{FF2B5EF4-FFF2-40B4-BE49-F238E27FC236}">
                <a16:creationId xmlns:a16="http://schemas.microsoft.com/office/drawing/2014/main" id="{898BE6FE-ED4D-B06E-D8BA-296EC06CC1C0}"/>
              </a:ext>
            </a:extLst>
          </p:cNvPr>
          <p:cNvGraphicFramePr>
            <a:graphicFrameLocks noGrp="1"/>
          </p:cNvGraphicFramePr>
          <p:nvPr/>
        </p:nvGraphicFramePr>
        <p:xfrm>
          <a:off x="6529648" y="4659840"/>
          <a:ext cx="5400000" cy="9117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91175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383D5359-3F35-3CA6-EFAB-1EB56B7DBAC2}"/>
              </a:ext>
            </a:extLst>
          </p:cNvPr>
          <p:cNvSpPr txBox="1"/>
          <p:nvPr/>
        </p:nvSpPr>
        <p:spPr>
          <a:xfrm>
            <a:off x="8323887" y="5638175"/>
            <a:ext cx="10800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Queue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91D1A0-D8C8-ACD9-498C-BF5CE4DE6F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9821781" y="5509007"/>
            <a:ext cx="401633" cy="72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C739619-F2AA-C3E3-F002-2942D386502B}"/>
              </a:ext>
            </a:extLst>
          </p:cNvPr>
          <p:cNvSpPr txBox="1"/>
          <p:nvPr/>
        </p:nvSpPr>
        <p:spPr>
          <a:xfrm>
            <a:off x="2273512" y="289679"/>
            <a:ext cx="7644976" cy="313932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void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dequeue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&amp;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num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lvl="1"/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isEmpty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 </a:t>
            </a:r>
          </a:p>
          <a:p>
            <a:pPr lvl="1"/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"Queue is empty. Cannot dequeue."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pPr lvl="1"/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front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front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%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queueSize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num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queueArray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front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pPr lvl="1"/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numItems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--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7033819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94A815-0775-D5DE-8EE9-04A2524F1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1C2B4F8-7745-C3CF-9171-F785908FC6FA}"/>
              </a:ext>
            </a:extLst>
          </p:cNvPr>
          <p:cNvSpPr txBox="1"/>
          <p:nvPr/>
        </p:nvSpPr>
        <p:spPr>
          <a:xfrm>
            <a:off x="2714462" y="5638175"/>
            <a:ext cx="8658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Array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2A6A6106-30B1-C0B6-A6EB-AD9300F8A9A7}"/>
              </a:ext>
            </a:extLst>
          </p:cNvPr>
          <p:cNvGraphicFramePr>
            <a:graphicFrameLocks noGrp="1"/>
          </p:cNvGraphicFramePr>
          <p:nvPr/>
        </p:nvGraphicFramePr>
        <p:xfrm>
          <a:off x="447411" y="4137593"/>
          <a:ext cx="5400000" cy="144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851626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588374"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 3</a:t>
                      </a:r>
                      <a:endParaRPr lang="en-PH" sz="2500" b="1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graphicFrame>
        <p:nvGraphicFramePr>
          <p:cNvPr id="20" name="Table 10">
            <a:extLst>
              <a:ext uri="{FF2B5EF4-FFF2-40B4-BE49-F238E27FC236}">
                <a16:creationId xmlns:a16="http://schemas.microsoft.com/office/drawing/2014/main" id="{55DB76A1-1397-C20F-DBE2-04DCE539F85B}"/>
              </a:ext>
            </a:extLst>
          </p:cNvPr>
          <p:cNvGraphicFramePr>
            <a:graphicFrameLocks noGrp="1"/>
          </p:cNvGraphicFramePr>
          <p:nvPr/>
        </p:nvGraphicFramePr>
        <p:xfrm>
          <a:off x="6529648" y="4659840"/>
          <a:ext cx="5400000" cy="9117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91175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CDA75D6B-4F9C-0123-3AE6-B5EF329A87BD}"/>
              </a:ext>
            </a:extLst>
          </p:cNvPr>
          <p:cNvSpPr txBox="1"/>
          <p:nvPr/>
        </p:nvSpPr>
        <p:spPr>
          <a:xfrm>
            <a:off x="8323887" y="5638175"/>
            <a:ext cx="10800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Queue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07D48A-39F6-7FD4-379E-50F3074A6C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9821781" y="5509007"/>
            <a:ext cx="401633" cy="72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466B369-6833-7EBD-60ED-F5A967FCE37C}"/>
              </a:ext>
            </a:extLst>
          </p:cNvPr>
          <p:cNvSpPr txBox="1"/>
          <p:nvPr/>
        </p:nvSpPr>
        <p:spPr>
          <a:xfrm>
            <a:off x="2273512" y="289679"/>
            <a:ext cx="7644976" cy="313932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void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dequeue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&amp;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num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lvl="1"/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isEmpty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 </a:t>
            </a:r>
          </a:p>
          <a:p>
            <a:pPr lvl="1"/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"Queue is empty. Cannot dequeue."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pPr lvl="1"/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front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front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%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queueSize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num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queueArray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front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pPr lvl="1"/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numItems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--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4196077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5E3A1D-A3CF-732F-A325-59220AEB9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F9A94EE6-F517-E018-A565-0EC94A87BBD0}"/>
              </a:ext>
            </a:extLst>
          </p:cNvPr>
          <p:cNvSpPr txBox="1"/>
          <p:nvPr/>
        </p:nvSpPr>
        <p:spPr>
          <a:xfrm>
            <a:off x="3030239" y="2920697"/>
            <a:ext cx="8658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Array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E7E4774B-95B6-2CB5-C3A7-228613D1AC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5015249"/>
              </p:ext>
            </p:extLst>
          </p:nvPr>
        </p:nvGraphicFramePr>
        <p:xfrm>
          <a:off x="1146000" y="1414121"/>
          <a:ext cx="4500000" cy="144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999718109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3915920"/>
                    </a:ext>
                  </a:extLst>
                </a:gridCol>
              </a:tblGrid>
              <a:tr h="851626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588374"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graphicFrame>
        <p:nvGraphicFramePr>
          <p:cNvPr id="20" name="Table 10">
            <a:extLst>
              <a:ext uri="{FF2B5EF4-FFF2-40B4-BE49-F238E27FC236}">
                <a16:creationId xmlns:a16="http://schemas.microsoft.com/office/drawing/2014/main" id="{C6B0A7CE-FBA4-4A6B-DA60-55EE57B766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7572090"/>
              </p:ext>
            </p:extLst>
          </p:nvPr>
        </p:nvGraphicFramePr>
        <p:xfrm>
          <a:off x="696000" y="4613656"/>
          <a:ext cx="5400000" cy="9117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91175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136FE8D9-6165-4637-DEA4-710B803B79FD}"/>
              </a:ext>
            </a:extLst>
          </p:cNvPr>
          <p:cNvSpPr txBox="1"/>
          <p:nvPr/>
        </p:nvSpPr>
        <p:spPr>
          <a:xfrm>
            <a:off x="2490239" y="5591991"/>
            <a:ext cx="10800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Queue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3EEE2BC-AFBB-6357-A6D5-494BE72508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3988133" y="5462823"/>
            <a:ext cx="401633" cy="720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02C15CF-24FA-C05A-5D17-5B8701E68112}"/>
              </a:ext>
            </a:extLst>
          </p:cNvPr>
          <p:cNvSpPr txBox="1"/>
          <p:nvPr/>
        </p:nvSpPr>
        <p:spPr>
          <a:xfrm>
            <a:off x="6365525" y="982176"/>
            <a:ext cx="5592471" cy="549381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main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lvl="1"/>
            <a:r>
              <a:rPr lang="en-PH" sz="13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"Enqueueing 5 items..."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Enqueue 5 items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++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(x);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Attempt to enqueue a 6th item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"Attempting to enqueue a 6th item..."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//Dequeue and retrieve all items in the queue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"The values in the queue are: 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while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!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isEmpty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dequeue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(value);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 "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DF1A1C-9589-5FC4-8DD1-9A30DC2B9C0D}"/>
              </a:ext>
            </a:extLst>
          </p:cNvPr>
          <p:cNvSpPr/>
          <p:nvPr/>
        </p:nvSpPr>
        <p:spPr>
          <a:xfrm>
            <a:off x="6718504" y="1337921"/>
            <a:ext cx="2120696" cy="382022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D832BD-01F2-3633-2F7A-3687337BCF24}"/>
              </a:ext>
            </a:extLst>
          </p:cNvPr>
          <p:cNvSpPr txBox="1"/>
          <p:nvPr/>
        </p:nvSpPr>
        <p:spPr>
          <a:xfrm>
            <a:off x="12463856" y="4663641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D4F7BE-D31C-7E04-B43E-4146E584DDDB}"/>
              </a:ext>
            </a:extLst>
          </p:cNvPr>
          <p:cNvSpPr txBox="1"/>
          <p:nvPr/>
        </p:nvSpPr>
        <p:spPr>
          <a:xfrm>
            <a:off x="13149554" y="4663641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CB063-2834-591E-3DE9-59722BE013E2}"/>
              </a:ext>
            </a:extLst>
          </p:cNvPr>
          <p:cNvSpPr txBox="1"/>
          <p:nvPr/>
        </p:nvSpPr>
        <p:spPr>
          <a:xfrm>
            <a:off x="15188282" y="4663641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E96DFC-6261-C9E4-4CD3-00215BF632AD}"/>
              </a:ext>
            </a:extLst>
          </p:cNvPr>
          <p:cNvSpPr txBox="1"/>
          <p:nvPr/>
        </p:nvSpPr>
        <p:spPr>
          <a:xfrm>
            <a:off x="14515908" y="4663641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6EEA4C9-2564-B804-DEBE-20203F64BCB3}"/>
              </a:ext>
            </a:extLst>
          </p:cNvPr>
          <p:cNvSpPr txBox="1"/>
          <p:nvPr/>
        </p:nvSpPr>
        <p:spPr>
          <a:xfrm>
            <a:off x="13838019" y="4663641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03209646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2F4E60-FA65-AE57-971A-8A70A7E8F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9C2893F-33B9-0B8F-4F31-89FEB34DE681}"/>
              </a:ext>
            </a:extLst>
          </p:cNvPr>
          <p:cNvSpPr txBox="1"/>
          <p:nvPr/>
        </p:nvSpPr>
        <p:spPr>
          <a:xfrm>
            <a:off x="3030239" y="2920697"/>
            <a:ext cx="8658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Array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5DFEC96F-AFF3-3EFC-7D81-6CCE1D5500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9854502"/>
              </p:ext>
            </p:extLst>
          </p:nvPr>
        </p:nvGraphicFramePr>
        <p:xfrm>
          <a:off x="1146000" y="1414121"/>
          <a:ext cx="4500000" cy="144181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999718109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3915920"/>
                    </a:ext>
                  </a:extLst>
                </a:gridCol>
              </a:tblGrid>
              <a:tr h="851626"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588374"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graphicFrame>
        <p:nvGraphicFramePr>
          <p:cNvPr id="20" name="Table 10">
            <a:extLst>
              <a:ext uri="{FF2B5EF4-FFF2-40B4-BE49-F238E27FC236}">
                <a16:creationId xmlns:a16="http://schemas.microsoft.com/office/drawing/2014/main" id="{643530DB-FEAC-E309-4077-6E56675323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0695901"/>
              </p:ext>
            </p:extLst>
          </p:nvPr>
        </p:nvGraphicFramePr>
        <p:xfrm>
          <a:off x="696000" y="4613656"/>
          <a:ext cx="5400000" cy="9117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91175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37A44E2F-4150-84AF-2C5C-79289C87CB0F}"/>
              </a:ext>
            </a:extLst>
          </p:cNvPr>
          <p:cNvSpPr txBox="1"/>
          <p:nvPr/>
        </p:nvSpPr>
        <p:spPr>
          <a:xfrm>
            <a:off x="2490239" y="5591991"/>
            <a:ext cx="10800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Queue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92ADD8-02CE-F1D3-1122-77162B67DD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3988133" y="5462823"/>
            <a:ext cx="401633" cy="720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0704FCA-9823-8DB8-551B-92B9B48CE956}"/>
              </a:ext>
            </a:extLst>
          </p:cNvPr>
          <p:cNvSpPr txBox="1"/>
          <p:nvPr/>
        </p:nvSpPr>
        <p:spPr>
          <a:xfrm>
            <a:off x="6365525" y="982176"/>
            <a:ext cx="5592471" cy="549381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main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lvl="1"/>
            <a:r>
              <a:rPr lang="en-PH" sz="13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"Enqueueing 5 items..."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Enqueue 5 items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++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(x);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Attempt to enqueue a 6th item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"Attempting to enqueue a 6th item..."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//Dequeue and retrieve all items in the queue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"The values in the queue are: 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while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!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isEmpty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dequeue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(value);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 "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F361FA7-0DEB-602F-1D47-53F355BECF96}"/>
              </a:ext>
            </a:extLst>
          </p:cNvPr>
          <p:cNvSpPr/>
          <p:nvPr/>
        </p:nvSpPr>
        <p:spPr>
          <a:xfrm>
            <a:off x="6870904" y="2134121"/>
            <a:ext cx="2643210" cy="116425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5D14D8-1BC0-216D-9448-5FA016DE23C0}"/>
              </a:ext>
            </a:extLst>
          </p:cNvPr>
          <p:cNvSpPr txBox="1"/>
          <p:nvPr/>
        </p:nvSpPr>
        <p:spPr>
          <a:xfrm>
            <a:off x="1146000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AB67F00-DA04-B494-2F6C-A7AA1F485EB0}"/>
              </a:ext>
            </a:extLst>
          </p:cNvPr>
          <p:cNvSpPr txBox="1"/>
          <p:nvPr/>
        </p:nvSpPr>
        <p:spPr>
          <a:xfrm>
            <a:off x="12459515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A0CE68F-93A5-CBE6-43F8-55F23144B8DC}"/>
              </a:ext>
            </a:extLst>
          </p:cNvPr>
          <p:cNvSpPr txBox="1"/>
          <p:nvPr/>
        </p:nvSpPr>
        <p:spPr>
          <a:xfrm>
            <a:off x="14498243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4A1D74-58F8-910C-F1D9-7E2059755837}"/>
              </a:ext>
            </a:extLst>
          </p:cNvPr>
          <p:cNvSpPr txBox="1"/>
          <p:nvPr/>
        </p:nvSpPr>
        <p:spPr>
          <a:xfrm>
            <a:off x="13825869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860BD8-2C71-AF53-28DE-20F2F6F0F7AC}"/>
              </a:ext>
            </a:extLst>
          </p:cNvPr>
          <p:cNvSpPr txBox="1"/>
          <p:nvPr/>
        </p:nvSpPr>
        <p:spPr>
          <a:xfrm>
            <a:off x="13147980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2</a:t>
            </a:r>
          </a:p>
        </p:txBody>
      </p:sp>
      <p:graphicFrame>
        <p:nvGraphicFramePr>
          <p:cNvPr id="16" name="Table 35">
            <a:extLst>
              <a:ext uri="{FF2B5EF4-FFF2-40B4-BE49-F238E27FC236}">
                <a16:creationId xmlns:a16="http://schemas.microsoft.com/office/drawing/2014/main" id="{0C289027-5A58-7FD1-8D8D-5C6EA1427E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749112"/>
              </p:ext>
            </p:extLst>
          </p:nvPr>
        </p:nvGraphicFramePr>
        <p:xfrm>
          <a:off x="810851" y="41648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7" name="Arrow: Left 65">
            <a:extLst>
              <a:ext uri="{FF2B5EF4-FFF2-40B4-BE49-F238E27FC236}">
                <a16:creationId xmlns:a16="http://schemas.microsoft.com/office/drawing/2014/main" id="{FA785BF8-F729-806F-6E2B-D91D5890930E}"/>
              </a:ext>
            </a:extLst>
          </p:cNvPr>
          <p:cNvSpPr/>
          <p:nvPr/>
        </p:nvSpPr>
        <p:spPr>
          <a:xfrm rot="16200000" flipV="1">
            <a:off x="1350296" y="90343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18" name="Table 35">
            <a:extLst>
              <a:ext uri="{FF2B5EF4-FFF2-40B4-BE49-F238E27FC236}">
                <a16:creationId xmlns:a16="http://schemas.microsoft.com/office/drawing/2014/main" id="{3493A383-5EDE-06EA-16D7-9309739A2E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7372019"/>
              </p:ext>
            </p:extLst>
          </p:nvPr>
        </p:nvGraphicFramePr>
        <p:xfrm>
          <a:off x="810851" y="465758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9" name="Arrow: Left 65">
            <a:extLst>
              <a:ext uri="{FF2B5EF4-FFF2-40B4-BE49-F238E27FC236}">
                <a16:creationId xmlns:a16="http://schemas.microsoft.com/office/drawing/2014/main" id="{CF7A837D-5DD4-7FCE-A183-893E0E292976}"/>
              </a:ext>
            </a:extLst>
          </p:cNvPr>
          <p:cNvSpPr/>
          <p:nvPr/>
        </p:nvSpPr>
        <p:spPr>
          <a:xfrm rot="16200000" flipV="1">
            <a:off x="1350296" y="898542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21" name="Table 35">
            <a:extLst>
              <a:ext uri="{FF2B5EF4-FFF2-40B4-BE49-F238E27FC236}">
                <a16:creationId xmlns:a16="http://schemas.microsoft.com/office/drawing/2014/main" id="{552A1591-3BA3-960F-4E64-930AF6EAE1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1622155"/>
              </p:ext>
            </p:extLst>
          </p:nvPr>
        </p:nvGraphicFramePr>
        <p:xfrm>
          <a:off x="630851" y="366730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22" name="Arrow: Left 65">
            <a:extLst>
              <a:ext uri="{FF2B5EF4-FFF2-40B4-BE49-F238E27FC236}">
                <a16:creationId xmlns:a16="http://schemas.microsoft.com/office/drawing/2014/main" id="{E386C311-4DBE-74F0-FC91-67EF61A700C1}"/>
              </a:ext>
            </a:extLst>
          </p:cNvPr>
          <p:cNvSpPr/>
          <p:nvPr/>
        </p:nvSpPr>
        <p:spPr>
          <a:xfrm rot="16200000" flipV="1">
            <a:off x="1170296" y="415425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23" name="Table 35">
            <a:extLst>
              <a:ext uri="{FF2B5EF4-FFF2-40B4-BE49-F238E27FC236}">
                <a16:creationId xmlns:a16="http://schemas.microsoft.com/office/drawing/2014/main" id="{559BA9EF-3DC6-A40B-1D91-8826E099D8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3379720"/>
              </p:ext>
            </p:extLst>
          </p:nvPr>
        </p:nvGraphicFramePr>
        <p:xfrm>
          <a:off x="630851" y="3716578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24" name="Arrow: Left 65">
            <a:extLst>
              <a:ext uri="{FF2B5EF4-FFF2-40B4-BE49-F238E27FC236}">
                <a16:creationId xmlns:a16="http://schemas.microsoft.com/office/drawing/2014/main" id="{9DB0EF8D-2E7D-C5A7-5E5E-BECC8215740D}"/>
              </a:ext>
            </a:extLst>
          </p:cNvPr>
          <p:cNvSpPr/>
          <p:nvPr/>
        </p:nvSpPr>
        <p:spPr>
          <a:xfrm rot="16200000" flipV="1">
            <a:off x="1170296" y="4149362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499804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8F5BED-599C-5584-FF27-54E66FFF0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10120026-ED4D-C4EF-B487-C6479F8E6C85}"/>
              </a:ext>
            </a:extLst>
          </p:cNvPr>
          <p:cNvSpPr txBox="1"/>
          <p:nvPr/>
        </p:nvSpPr>
        <p:spPr>
          <a:xfrm>
            <a:off x="3030239" y="2920697"/>
            <a:ext cx="8658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Array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46C42A03-9ECB-8322-0A3B-8273E5A6A8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9515215"/>
              </p:ext>
            </p:extLst>
          </p:nvPr>
        </p:nvGraphicFramePr>
        <p:xfrm>
          <a:off x="1146000" y="1414121"/>
          <a:ext cx="4500000" cy="144181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999718109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3915920"/>
                    </a:ext>
                  </a:extLst>
                </a:gridCol>
              </a:tblGrid>
              <a:tr h="851626"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588374"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graphicFrame>
        <p:nvGraphicFramePr>
          <p:cNvPr id="20" name="Table 10">
            <a:extLst>
              <a:ext uri="{FF2B5EF4-FFF2-40B4-BE49-F238E27FC236}">
                <a16:creationId xmlns:a16="http://schemas.microsoft.com/office/drawing/2014/main" id="{08DA8813-BDC3-1721-9690-F275987204E5}"/>
              </a:ext>
            </a:extLst>
          </p:cNvPr>
          <p:cNvGraphicFramePr>
            <a:graphicFrameLocks noGrp="1"/>
          </p:cNvGraphicFramePr>
          <p:nvPr/>
        </p:nvGraphicFramePr>
        <p:xfrm>
          <a:off x="696000" y="4613656"/>
          <a:ext cx="5400000" cy="9117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91175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83454A3D-6164-8B9C-E766-448048A317F9}"/>
              </a:ext>
            </a:extLst>
          </p:cNvPr>
          <p:cNvSpPr txBox="1"/>
          <p:nvPr/>
        </p:nvSpPr>
        <p:spPr>
          <a:xfrm>
            <a:off x="2490239" y="5591991"/>
            <a:ext cx="10800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Queue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292402-0E86-B40D-7DB2-9644D8D4E9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3988133" y="5462823"/>
            <a:ext cx="401633" cy="720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4FB8852-08FD-88C5-18EB-07E87ABBB2C0}"/>
              </a:ext>
            </a:extLst>
          </p:cNvPr>
          <p:cNvSpPr txBox="1"/>
          <p:nvPr/>
        </p:nvSpPr>
        <p:spPr>
          <a:xfrm>
            <a:off x="6365525" y="982176"/>
            <a:ext cx="5592471" cy="549381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main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lvl="1"/>
            <a:r>
              <a:rPr lang="en-PH" sz="13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"Enqueueing 5 items..."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Enqueue 5 items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++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(x);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Attempt to enqueue a 6th item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"Attempting to enqueue a 6th item..."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//Dequeue and retrieve all items in the queue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"The values in the queue are: 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while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!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isEmpty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dequeue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(value);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 "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79F6E2-B90B-F36E-AA16-F1E6BB11CB7B}"/>
              </a:ext>
            </a:extLst>
          </p:cNvPr>
          <p:cNvSpPr/>
          <p:nvPr/>
        </p:nvSpPr>
        <p:spPr>
          <a:xfrm>
            <a:off x="6870904" y="2134121"/>
            <a:ext cx="2643210" cy="116425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46C11A5-A70D-4958-3564-F78A0120D977}"/>
              </a:ext>
            </a:extLst>
          </p:cNvPr>
          <p:cNvSpPr txBox="1"/>
          <p:nvPr/>
        </p:nvSpPr>
        <p:spPr>
          <a:xfrm>
            <a:off x="1146000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287564-53AF-52DB-1851-A5C3C02EDDCD}"/>
              </a:ext>
            </a:extLst>
          </p:cNvPr>
          <p:cNvSpPr txBox="1"/>
          <p:nvPr/>
        </p:nvSpPr>
        <p:spPr>
          <a:xfrm>
            <a:off x="1865525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0BD63BC-8E04-B16E-7D8A-9A5FB85CCB00}"/>
              </a:ext>
            </a:extLst>
          </p:cNvPr>
          <p:cNvSpPr txBox="1"/>
          <p:nvPr/>
        </p:nvSpPr>
        <p:spPr>
          <a:xfrm>
            <a:off x="14498243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949C21-ADFE-4662-948D-551E57537C3F}"/>
              </a:ext>
            </a:extLst>
          </p:cNvPr>
          <p:cNvSpPr txBox="1"/>
          <p:nvPr/>
        </p:nvSpPr>
        <p:spPr>
          <a:xfrm>
            <a:off x="13825869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B46F6E-C774-9501-584D-B49CE98188A2}"/>
              </a:ext>
            </a:extLst>
          </p:cNvPr>
          <p:cNvSpPr txBox="1"/>
          <p:nvPr/>
        </p:nvSpPr>
        <p:spPr>
          <a:xfrm>
            <a:off x="13147980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2</a:t>
            </a:r>
          </a:p>
        </p:txBody>
      </p:sp>
      <p:graphicFrame>
        <p:nvGraphicFramePr>
          <p:cNvPr id="4" name="Table 35">
            <a:extLst>
              <a:ext uri="{FF2B5EF4-FFF2-40B4-BE49-F238E27FC236}">
                <a16:creationId xmlns:a16="http://schemas.microsoft.com/office/drawing/2014/main" id="{B802F5EC-F01F-C990-CB0B-54EE212AB6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7685671"/>
              </p:ext>
            </p:extLst>
          </p:nvPr>
        </p:nvGraphicFramePr>
        <p:xfrm>
          <a:off x="810851" y="41648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7" name="Arrow: Left 65">
            <a:extLst>
              <a:ext uri="{FF2B5EF4-FFF2-40B4-BE49-F238E27FC236}">
                <a16:creationId xmlns:a16="http://schemas.microsoft.com/office/drawing/2014/main" id="{D5A34BED-C20A-2478-09F9-7C96064B24E3}"/>
              </a:ext>
            </a:extLst>
          </p:cNvPr>
          <p:cNvSpPr/>
          <p:nvPr/>
        </p:nvSpPr>
        <p:spPr>
          <a:xfrm rot="16200000" flipV="1">
            <a:off x="1350296" y="90343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9" name="Table 35">
            <a:extLst>
              <a:ext uri="{FF2B5EF4-FFF2-40B4-BE49-F238E27FC236}">
                <a16:creationId xmlns:a16="http://schemas.microsoft.com/office/drawing/2014/main" id="{6CD74F7B-E190-0E3A-590B-E306B874E5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732296"/>
              </p:ext>
            </p:extLst>
          </p:nvPr>
        </p:nvGraphicFramePr>
        <p:xfrm>
          <a:off x="1759706" y="465759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0" name="Arrow: Left 65">
            <a:extLst>
              <a:ext uri="{FF2B5EF4-FFF2-40B4-BE49-F238E27FC236}">
                <a16:creationId xmlns:a16="http://schemas.microsoft.com/office/drawing/2014/main" id="{D5AB6323-FBE3-845F-6B67-5C89822CCBF8}"/>
              </a:ext>
            </a:extLst>
          </p:cNvPr>
          <p:cNvSpPr/>
          <p:nvPr/>
        </p:nvSpPr>
        <p:spPr>
          <a:xfrm rot="16200000" flipV="1">
            <a:off x="2299151" y="898543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11" name="Table 35">
            <a:extLst>
              <a:ext uri="{FF2B5EF4-FFF2-40B4-BE49-F238E27FC236}">
                <a16:creationId xmlns:a16="http://schemas.microsoft.com/office/drawing/2014/main" id="{04B3A9AA-18F2-B520-DE88-853403B9EF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6909532"/>
              </p:ext>
            </p:extLst>
          </p:nvPr>
        </p:nvGraphicFramePr>
        <p:xfrm>
          <a:off x="630851" y="366730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6" name="Arrow: Left 65">
            <a:extLst>
              <a:ext uri="{FF2B5EF4-FFF2-40B4-BE49-F238E27FC236}">
                <a16:creationId xmlns:a16="http://schemas.microsoft.com/office/drawing/2014/main" id="{31E66FFD-68CC-2D6F-F7A1-0687F9C64448}"/>
              </a:ext>
            </a:extLst>
          </p:cNvPr>
          <p:cNvSpPr/>
          <p:nvPr/>
        </p:nvSpPr>
        <p:spPr>
          <a:xfrm rot="16200000" flipV="1">
            <a:off x="1170296" y="415425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17" name="Table 35">
            <a:extLst>
              <a:ext uri="{FF2B5EF4-FFF2-40B4-BE49-F238E27FC236}">
                <a16:creationId xmlns:a16="http://schemas.microsoft.com/office/drawing/2014/main" id="{5AE1C5A1-CB5F-ABB5-3558-FC23132CA8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760821"/>
              </p:ext>
            </p:extLst>
          </p:nvPr>
        </p:nvGraphicFramePr>
        <p:xfrm>
          <a:off x="1350376" y="3716578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8" name="Arrow: Left 65">
            <a:extLst>
              <a:ext uri="{FF2B5EF4-FFF2-40B4-BE49-F238E27FC236}">
                <a16:creationId xmlns:a16="http://schemas.microsoft.com/office/drawing/2014/main" id="{CAF7F0C8-B8E1-CDB2-E54B-A3BA329536D1}"/>
              </a:ext>
            </a:extLst>
          </p:cNvPr>
          <p:cNvSpPr/>
          <p:nvPr/>
        </p:nvSpPr>
        <p:spPr>
          <a:xfrm rot="16200000" flipV="1">
            <a:off x="1889821" y="4149362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597080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64297A-461B-B0DA-8D01-9D408B9BF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FA73A501-3800-9ADC-9F43-0E182384C0ED}"/>
              </a:ext>
            </a:extLst>
          </p:cNvPr>
          <p:cNvSpPr txBox="1"/>
          <p:nvPr/>
        </p:nvSpPr>
        <p:spPr>
          <a:xfrm>
            <a:off x="3030239" y="2920697"/>
            <a:ext cx="8658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Array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A0314AD3-E8AC-9FEF-B5B0-DE4C7B9F9D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936083"/>
              </p:ext>
            </p:extLst>
          </p:nvPr>
        </p:nvGraphicFramePr>
        <p:xfrm>
          <a:off x="1146000" y="1414121"/>
          <a:ext cx="4500000" cy="144181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999718109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3915920"/>
                    </a:ext>
                  </a:extLst>
                </a:gridCol>
              </a:tblGrid>
              <a:tr h="851626"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588374"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graphicFrame>
        <p:nvGraphicFramePr>
          <p:cNvPr id="20" name="Table 10">
            <a:extLst>
              <a:ext uri="{FF2B5EF4-FFF2-40B4-BE49-F238E27FC236}">
                <a16:creationId xmlns:a16="http://schemas.microsoft.com/office/drawing/2014/main" id="{327E18FD-8A13-8A57-91BE-22C7A360BA01}"/>
              </a:ext>
            </a:extLst>
          </p:cNvPr>
          <p:cNvGraphicFramePr>
            <a:graphicFrameLocks noGrp="1"/>
          </p:cNvGraphicFramePr>
          <p:nvPr/>
        </p:nvGraphicFramePr>
        <p:xfrm>
          <a:off x="696000" y="4613656"/>
          <a:ext cx="5400000" cy="9117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91175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1A43D74A-09E6-745D-C3D0-7912B5F019E1}"/>
              </a:ext>
            </a:extLst>
          </p:cNvPr>
          <p:cNvSpPr txBox="1"/>
          <p:nvPr/>
        </p:nvSpPr>
        <p:spPr>
          <a:xfrm>
            <a:off x="2490239" y="5591991"/>
            <a:ext cx="10800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Queue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916F5E-5E5D-19B2-B6AC-89B0DD28BF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3988133" y="5462823"/>
            <a:ext cx="401633" cy="720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493D6B5-10ED-BB5D-3A43-1E416A68F0DA}"/>
              </a:ext>
            </a:extLst>
          </p:cNvPr>
          <p:cNvSpPr txBox="1"/>
          <p:nvPr/>
        </p:nvSpPr>
        <p:spPr>
          <a:xfrm>
            <a:off x="6365525" y="982176"/>
            <a:ext cx="5592471" cy="549381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main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lvl="1"/>
            <a:r>
              <a:rPr lang="en-PH" sz="13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"Enqueueing 5 items..."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Enqueue 5 items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++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(x);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Attempt to enqueue a 6th item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"Attempting to enqueue a 6th item..."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//Dequeue and retrieve all items in the queue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"The values in the queue are: 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while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!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isEmpty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dequeue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(value);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 "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8443F3-9138-0447-7854-C6F743A0417A}"/>
              </a:ext>
            </a:extLst>
          </p:cNvPr>
          <p:cNvSpPr/>
          <p:nvPr/>
        </p:nvSpPr>
        <p:spPr>
          <a:xfrm>
            <a:off x="6870904" y="2134121"/>
            <a:ext cx="2643210" cy="116425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732E92-4AB0-063E-87EB-1B15D9A8382B}"/>
              </a:ext>
            </a:extLst>
          </p:cNvPr>
          <p:cNvSpPr txBox="1"/>
          <p:nvPr/>
        </p:nvSpPr>
        <p:spPr>
          <a:xfrm>
            <a:off x="1146000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76F1865-3AC9-C275-15F4-EFBF105A2DA5}"/>
              </a:ext>
            </a:extLst>
          </p:cNvPr>
          <p:cNvSpPr txBox="1"/>
          <p:nvPr/>
        </p:nvSpPr>
        <p:spPr>
          <a:xfrm>
            <a:off x="1865525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7BA1FF-29A7-05D7-13C5-3AC8DEE80683}"/>
              </a:ext>
            </a:extLst>
          </p:cNvPr>
          <p:cNvSpPr txBox="1"/>
          <p:nvPr/>
        </p:nvSpPr>
        <p:spPr>
          <a:xfrm>
            <a:off x="14498243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0E79C16-5064-0C9D-B442-3DC038263F9E}"/>
              </a:ext>
            </a:extLst>
          </p:cNvPr>
          <p:cNvSpPr txBox="1"/>
          <p:nvPr/>
        </p:nvSpPr>
        <p:spPr>
          <a:xfrm>
            <a:off x="13825869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B5ACF4-BD6E-E950-D9C1-1F86E331B8D2}"/>
              </a:ext>
            </a:extLst>
          </p:cNvPr>
          <p:cNvSpPr txBox="1"/>
          <p:nvPr/>
        </p:nvSpPr>
        <p:spPr>
          <a:xfrm>
            <a:off x="2585050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2</a:t>
            </a:r>
          </a:p>
        </p:txBody>
      </p:sp>
      <p:graphicFrame>
        <p:nvGraphicFramePr>
          <p:cNvPr id="4" name="Table 35">
            <a:extLst>
              <a:ext uri="{FF2B5EF4-FFF2-40B4-BE49-F238E27FC236}">
                <a16:creationId xmlns:a16="http://schemas.microsoft.com/office/drawing/2014/main" id="{9D0C8F1E-A1B1-ED42-3BB5-2E0FB521B3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347240"/>
              </p:ext>
            </p:extLst>
          </p:nvPr>
        </p:nvGraphicFramePr>
        <p:xfrm>
          <a:off x="810851" y="41648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7" name="Arrow: Left 65">
            <a:extLst>
              <a:ext uri="{FF2B5EF4-FFF2-40B4-BE49-F238E27FC236}">
                <a16:creationId xmlns:a16="http://schemas.microsoft.com/office/drawing/2014/main" id="{A18162BB-6695-703F-C651-3A50D222BD4F}"/>
              </a:ext>
            </a:extLst>
          </p:cNvPr>
          <p:cNvSpPr/>
          <p:nvPr/>
        </p:nvSpPr>
        <p:spPr>
          <a:xfrm rot="16200000" flipV="1">
            <a:off x="1350296" y="90343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9" name="Table 35">
            <a:extLst>
              <a:ext uri="{FF2B5EF4-FFF2-40B4-BE49-F238E27FC236}">
                <a16:creationId xmlns:a16="http://schemas.microsoft.com/office/drawing/2014/main" id="{43AB279D-9BCE-C8B4-0AC6-29ED2B1B92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3823086"/>
              </p:ext>
            </p:extLst>
          </p:nvPr>
        </p:nvGraphicFramePr>
        <p:xfrm>
          <a:off x="2621383" y="465759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0" name="Arrow: Left 65">
            <a:extLst>
              <a:ext uri="{FF2B5EF4-FFF2-40B4-BE49-F238E27FC236}">
                <a16:creationId xmlns:a16="http://schemas.microsoft.com/office/drawing/2014/main" id="{55146FEF-2AAD-D68B-C187-0D4660F4FE7C}"/>
              </a:ext>
            </a:extLst>
          </p:cNvPr>
          <p:cNvSpPr/>
          <p:nvPr/>
        </p:nvSpPr>
        <p:spPr>
          <a:xfrm rot="16200000" flipV="1">
            <a:off x="3160828" y="898543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11" name="Table 35">
            <a:extLst>
              <a:ext uri="{FF2B5EF4-FFF2-40B4-BE49-F238E27FC236}">
                <a16:creationId xmlns:a16="http://schemas.microsoft.com/office/drawing/2014/main" id="{E9CBBC42-28DA-A5E4-4BFB-0ED833F64E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8159593"/>
              </p:ext>
            </p:extLst>
          </p:nvPr>
        </p:nvGraphicFramePr>
        <p:xfrm>
          <a:off x="630851" y="366730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6" name="Arrow: Left 65">
            <a:extLst>
              <a:ext uri="{FF2B5EF4-FFF2-40B4-BE49-F238E27FC236}">
                <a16:creationId xmlns:a16="http://schemas.microsoft.com/office/drawing/2014/main" id="{220C17C5-9525-DCD7-2C5B-13A25D880906}"/>
              </a:ext>
            </a:extLst>
          </p:cNvPr>
          <p:cNvSpPr/>
          <p:nvPr/>
        </p:nvSpPr>
        <p:spPr>
          <a:xfrm rot="16200000" flipV="1">
            <a:off x="1170296" y="415425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17" name="Table 35">
            <a:extLst>
              <a:ext uri="{FF2B5EF4-FFF2-40B4-BE49-F238E27FC236}">
                <a16:creationId xmlns:a16="http://schemas.microsoft.com/office/drawing/2014/main" id="{CB21B148-8DD7-B115-9205-D049DA549D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2952894"/>
              </p:ext>
            </p:extLst>
          </p:nvPr>
        </p:nvGraphicFramePr>
        <p:xfrm>
          <a:off x="2080973" y="3716579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8" name="Arrow: Left 65">
            <a:extLst>
              <a:ext uri="{FF2B5EF4-FFF2-40B4-BE49-F238E27FC236}">
                <a16:creationId xmlns:a16="http://schemas.microsoft.com/office/drawing/2014/main" id="{03B4C01E-2439-E094-339A-3077B2F8C801}"/>
              </a:ext>
            </a:extLst>
          </p:cNvPr>
          <p:cNvSpPr/>
          <p:nvPr/>
        </p:nvSpPr>
        <p:spPr>
          <a:xfrm rot="16200000" flipV="1">
            <a:off x="2620418" y="4149363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70556685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27E97E-10B1-B9CC-49FF-C72684DF0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3A4EC5D-BDC1-9723-E949-92F43C1DBDE4}"/>
              </a:ext>
            </a:extLst>
          </p:cNvPr>
          <p:cNvSpPr txBox="1"/>
          <p:nvPr/>
        </p:nvSpPr>
        <p:spPr>
          <a:xfrm>
            <a:off x="3030239" y="2920697"/>
            <a:ext cx="8658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Array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0A6F777C-4241-162A-7B04-831BF989BF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0112521"/>
              </p:ext>
            </p:extLst>
          </p:nvPr>
        </p:nvGraphicFramePr>
        <p:xfrm>
          <a:off x="1146000" y="1414121"/>
          <a:ext cx="4500000" cy="144181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999718109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3915920"/>
                    </a:ext>
                  </a:extLst>
                </a:gridCol>
              </a:tblGrid>
              <a:tr h="851626"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588374"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graphicFrame>
        <p:nvGraphicFramePr>
          <p:cNvPr id="20" name="Table 10">
            <a:extLst>
              <a:ext uri="{FF2B5EF4-FFF2-40B4-BE49-F238E27FC236}">
                <a16:creationId xmlns:a16="http://schemas.microsoft.com/office/drawing/2014/main" id="{CE0F8AB4-0133-C11B-3195-A9286DFB46F2}"/>
              </a:ext>
            </a:extLst>
          </p:cNvPr>
          <p:cNvGraphicFramePr>
            <a:graphicFrameLocks noGrp="1"/>
          </p:cNvGraphicFramePr>
          <p:nvPr/>
        </p:nvGraphicFramePr>
        <p:xfrm>
          <a:off x="696000" y="4613656"/>
          <a:ext cx="5400000" cy="9117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91175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B5358CB7-4175-8395-EEE6-D4C92C27CEB4}"/>
              </a:ext>
            </a:extLst>
          </p:cNvPr>
          <p:cNvSpPr txBox="1"/>
          <p:nvPr/>
        </p:nvSpPr>
        <p:spPr>
          <a:xfrm>
            <a:off x="2490239" y="5591991"/>
            <a:ext cx="10800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Queue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3352DE-17F0-A20C-141F-AF8D87C0AB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3988133" y="5462823"/>
            <a:ext cx="401633" cy="720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5F1A0AD-E147-4C4B-2B8A-B506BA00F538}"/>
              </a:ext>
            </a:extLst>
          </p:cNvPr>
          <p:cNvSpPr txBox="1"/>
          <p:nvPr/>
        </p:nvSpPr>
        <p:spPr>
          <a:xfrm>
            <a:off x="6365525" y="982176"/>
            <a:ext cx="5592471" cy="549381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main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lvl="1"/>
            <a:r>
              <a:rPr lang="en-PH" sz="13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"Enqueueing 5 items..."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Enqueue 5 items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++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(x);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Attempt to enqueue a 6th item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"Attempting to enqueue a 6th item..."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//Dequeue and retrieve all items in the queue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"The values in the queue are: 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while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!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isEmpty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dequeue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(value);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 "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E19ECCB-09B4-7AD6-4555-C04B1DB6D5E0}"/>
              </a:ext>
            </a:extLst>
          </p:cNvPr>
          <p:cNvSpPr/>
          <p:nvPr/>
        </p:nvSpPr>
        <p:spPr>
          <a:xfrm>
            <a:off x="6870904" y="2134121"/>
            <a:ext cx="2643210" cy="116425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6FB2CB-9E27-E7B2-2D8B-1A4BA509B9CC}"/>
              </a:ext>
            </a:extLst>
          </p:cNvPr>
          <p:cNvSpPr txBox="1"/>
          <p:nvPr/>
        </p:nvSpPr>
        <p:spPr>
          <a:xfrm>
            <a:off x="1146000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C53CE00-EFEB-5B45-629F-0D3B0C8B7F65}"/>
              </a:ext>
            </a:extLst>
          </p:cNvPr>
          <p:cNvSpPr txBox="1"/>
          <p:nvPr/>
        </p:nvSpPr>
        <p:spPr>
          <a:xfrm>
            <a:off x="1865525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2C8CB24-C3C0-55BF-6E42-E34502912FC2}"/>
              </a:ext>
            </a:extLst>
          </p:cNvPr>
          <p:cNvSpPr txBox="1"/>
          <p:nvPr/>
        </p:nvSpPr>
        <p:spPr>
          <a:xfrm>
            <a:off x="14498243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278C66A-4D33-EAD3-1D6E-24AF175E2237}"/>
              </a:ext>
            </a:extLst>
          </p:cNvPr>
          <p:cNvSpPr txBox="1"/>
          <p:nvPr/>
        </p:nvSpPr>
        <p:spPr>
          <a:xfrm>
            <a:off x="3304575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34706E-AA38-D66A-B6D2-7AE4416E5623}"/>
              </a:ext>
            </a:extLst>
          </p:cNvPr>
          <p:cNvSpPr txBox="1"/>
          <p:nvPr/>
        </p:nvSpPr>
        <p:spPr>
          <a:xfrm>
            <a:off x="2585050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2</a:t>
            </a:r>
          </a:p>
        </p:txBody>
      </p:sp>
      <p:graphicFrame>
        <p:nvGraphicFramePr>
          <p:cNvPr id="4" name="Table 35">
            <a:extLst>
              <a:ext uri="{FF2B5EF4-FFF2-40B4-BE49-F238E27FC236}">
                <a16:creationId xmlns:a16="http://schemas.microsoft.com/office/drawing/2014/main" id="{A293C13A-B01B-2309-9BFF-912D224E20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878986"/>
              </p:ext>
            </p:extLst>
          </p:nvPr>
        </p:nvGraphicFramePr>
        <p:xfrm>
          <a:off x="810851" y="41648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7" name="Arrow: Left 65">
            <a:extLst>
              <a:ext uri="{FF2B5EF4-FFF2-40B4-BE49-F238E27FC236}">
                <a16:creationId xmlns:a16="http://schemas.microsoft.com/office/drawing/2014/main" id="{64A54B57-318D-3A4B-2239-9387D43D16C1}"/>
              </a:ext>
            </a:extLst>
          </p:cNvPr>
          <p:cNvSpPr/>
          <p:nvPr/>
        </p:nvSpPr>
        <p:spPr>
          <a:xfrm rot="16200000" flipV="1">
            <a:off x="1350296" y="90343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9" name="Table 35">
            <a:extLst>
              <a:ext uri="{FF2B5EF4-FFF2-40B4-BE49-F238E27FC236}">
                <a16:creationId xmlns:a16="http://schemas.microsoft.com/office/drawing/2014/main" id="{9B3A620D-1139-5A54-4A15-8D8DD645CA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346084"/>
              </p:ext>
            </p:extLst>
          </p:nvPr>
        </p:nvGraphicFramePr>
        <p:xfrm>
          <a:off x="3541726" y="465759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0" name="Arrow: Left 65">
            <a:extLst>
              <a:ext uri="{FF2B5EF4-FFF2-40B4-BE49-F238E27FC236}">
                <a16:creationId xmlns:a16="http://schemas.microsoft.com/office/drawing/2014/main" id="{1B93BF73-8421-F58B-AC08-2FBBA0AF0FF2}"/>
              </a:ext>
            </a:extLst>
          </p:cNvPr>
          <p:cNvSpPr/>
          <p:nvPr/>
        </p:nvSpPr>
        <p:spPr>
          <a:xfrm rot="16200000" flipV="1">
            <a:off x="4081171" y="898543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11" name="Table 35">
            <a:extLst>
              <a:ext uri="{FF2B5EF4-FFF2-40B4-BE49-F238E27FC236}">
                <a16:creationId xmlns:a16="http://schemas.microsoft.com/office/drawing/2014/main" id="{F6736A93-0606-B060-8D28-E42A58BF14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5306976"/>
              </p:ext>
            </p:extLst>
          </p:nvPr>
        </p:nvGraphicFramePr>
        <p:xfrm>
          <a:off x="630851" y="366730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6" name="Arrow: Left 65">
            <a:extLst>
              <a:ext uri="{FF2B5EF4-FFF2-40B4-BE49-F238E27FC236}">
                <a16:creationId xmlns:a16="http://schemas.microsoft.com/office/drawing/2014/main" id="{D0FEA53B-6464-1475-78FE-8FA9E66A4E5A}"/>
              </a:ext>
            </a:extLst>
          </p:cNvPr>
          <p:cNvSpPr/>
          <p:nvPr/>
        </p:nvSpPr>
        <p:spPr>
          <a:xfrm rot="16200000" flipV="1">
            <a:off x="1170296" y="415425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17" name="Table 35">
            <a:extLst>
              <a:ext uri="{FF2B5EF4-FFF2-40B4-BE49-F238E27FC236}">
                <a16:creationId xmlns:a16="http://schemas.microsoft.com/office/drawing/2014/main" id="{B50A4823-9758-C272-8AB0-D6728973C1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1609050"/>
              </p:ext>
            </p:extLst>
          </p:nvPr>
        </p:nvGraphicFramePr>
        <p:xfrm>
          <a:off x="2772869" y="3716579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8" name="Arrow: Left 65">
            <a:extLst>
              <a:ext uri="{FF2B5EF4-FFF2-40B4-BE49-F238E27FC236}">
                <a16:creationId xmlns:a16="http://schemas.microsoft.com/office/drawing/2014/main" id="{10C48ACB-3333-9AEE-5CE0-8EBD1ED4840A}"/>
              </a:ext>
            </a:extLst>
          </p:cNvPr>
          <p:cNvSpPr/>
          <p:nvPr/>
        </p:nvSpPr>
        <p:spPr>
          <a:xfrm rot="16200000" flipV="1">
            <a:off x="3312314" y="4149363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57014910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CCFAEE-192A-74F4-9364-5CE84211A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D8F54891-785C-1FAE-FD07-EEF6DED2A0A6}"/>
              </a:ext>
            </a:extLst>
          </p:cNvPr>
          <p:cNvSpPr txBox="1"/>
          <p:nvPr/>
        </p:nvSpPr>
        <p:spPr>
          <a:xfrm>
            <a:off x="3030239" y="2920697"/>
            <a:ext cx="8658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Array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456A37B8-3DF3-056C-0741-752702FD76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7417272"/>
              </p:ext>
            </p:extLst>
          </p:nvPr>
        </p:nvGraphicFramePr>
        <p:xfrm>
          <a:off x="1146000" y="1414121"/>
          <a:ext cx="4500000" cy="144181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999718109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3915920"/>
                    </a:ext>
                  </a:extLst>
                </a:gridCol>
              </a:tblGrid>
              <a:tr h="851626"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588374"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graphicFrame>
        <p:nvGraphicFramePr>
          <p:cNvPr id="20" name="Table 10">
            <a:extLst>
              <a:ext uri="{FF2B5EF4-FFF2-40B4-BE49-F238E27FC236}">
                <a16:creationId xmlns:a16="http://schemas.microsoft.com/office/drawing/2014/main" id="{363E5055-8E57-3882-8A07-0F782440F931}"/>
              </a:ext>
            </a:extLst>
          </p:cNvPr>
          <p:cNvGraphicFramePr>
            <a:graphicFrameLocks noGrp="1"/>
          </p:cNvGraphicFramePr>
          <p:nvPr/>
        </p:nvGraphicFramePr>
        <p:xfrm>
          <a:off x="696000" y="4613656"/>
          <a:ext cx="5400000" cy="9117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91175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99C1FED4-13C1-D24B-4E77-522B298D016B}"/>
              </a:ext>
            </a:extLst>
          </p:cNvPr>
          <p:cNvSpPr txBox="1"/>
          <p:nvPr/>
        </p:nvSpPr>
        <p:spPr>
          <a:xfrm>
            <a:off x="2490239" y="5591991"/>
            <a:ext cx="10800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Queue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28CF2F-F56A-B924-4636-A7CCA773CF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3988133" y="5462823"/>
            <a:ext cx="401633" cy="720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8A8F4AD-1CFD-DA58-0C60-A86822494179}"/>
              </a:ext>
            </a:extLst>
          </p:cNvPr>
          <p:cNvSpPr txBox="1"/>
          <p:nvPr/>
        </p:nvSpPr>
        <p:spPr>
          <a:xfrm>
            <a:off x="6365525" y="982176"/>
            <a:ext cx="5592471" cy="549381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main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lvl="1"/>
            <a:r>
              <a:rPr lang="en-PH" sz="13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"Enqueueing 5 items..."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Enqueue 5 items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++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(x);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Attempt to enqueue a 6th item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"Attempting to enqueue a 6th item..."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//Dequeue and retrieve all items in the queue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"The values in the queue are: 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while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!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isEmpty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dequeue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(value);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 "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18E126-F31A-6ADB-357E-B0D94E96E808}"/>
              </a:ext>
            </a:extLst>
          </p:cNvPr>
          <p:cNvSpPr/>
          <p:nvPr/>
        </p:nvSpPr>
        <p:spPr>
          <a:xfrm>
            <a:off x="6870904" y="2134121"/>
            <a:ext cx="2643210" cy="116425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A5A452D-3B57-948E-41F2-D248A14B3DC9}"/>
              </a:ext>
            </a:extLst>
          </p:cNvPr>
          <p:cNvSpPr txBox="1"/>
          <p:nvPr/>
        </p:nvSpPr>
        <p:spPr>
          <a:xfrm>
            <a:off x="1146000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5215EF-B1C7-7B98-1D5A-CC245097FDA6}"/>
              </a:ext>
            </a:extLst>
          </p:cNvPr>
          <p:cNvSpPr txBox="1"/>
          <p:nvPr/>
        </p:nvSpPr>
        <p:spPr>
          <a:xfrm>
            <a:off x="1865525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A0115A9-3D89-7D09-755A-1D20E62C91A4}"/>
              </a:ext>
            </a:extLst>
          </p:cNvPr>
          <p:cNvSpPr txBox="1"/>
          <p:nvPr/>
        </p:nvSpPr>
        <p:spPr>
          <a:xfrm>
            <a:off x="4024100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47D5165-A331-5BCB-8075-E7B1B31A1109}"/>
              </a:ext>
            </a:extLst>
          </p:cNvPr>
          <p:cNvSpPr txBox="1"/>
          <p:nvPr/>
        </p:nvSpPr>
        <p:spPr>
          <a:xfrm>
            <a:off x="3304575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71A23E3-2811-BB44-2A74-320D60ADD571}"/>
              </a:ext>
            </a:extLst>
          </p:cNvPr>
          <p:cNvSpPr txBox="1"/>
          <p:nvPr/>
        </p:nvSpPr>
        <p:spPr>
          <a:xfrm>
            <a:off x="2585050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2</a:t>
            </a:r>
          </a:p>
        </p:txBody>
      </p:sp>
      <p:graphicFrame>
        <p:nvGraphicFramePr>
          <p:cNvPr id="4" name="Table 35">
            <a:extLst>
              <a:ext uri="{FF2B5EF4-FFF2-40B4-BE49-F238E27FC236}">
                <a16:creationId xmlns:a16="http://schemas.microsoft.com/office/drawing/2014/main" id="{97F04584-F1F8-6A76-2094-D723668AF2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0973231"/>
              </p:ext>
            </p:extLst>
          </p:nvPr>
        </p:nvGraphicFramePr>
        <p:xfrm>
          <a:off x="810851" y="41648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7" name="Arrow: Left 65">
            <a:extLst>
              <a:ext uri="{FF2B5EF4-FFF2-40B4-BE49-F238E27FC236}">
                <a16:creationId xmlns:a16="http://schemas.microsoft.com/office/drawing/2014/main" id="{ED5B3CF4-2F2F-EC34-302D-59250A82931B}"/>
              </a:ext>
            </a:extLst>
          </p:cNvPr>
          <p:cNvSpPr/>
          <p:nvPr/>
        </p:nvSpPr>
        <p:spPr>
          <a:xfrm rot="16200000" flipV="1">
            <a:off x="1350296" y="90343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9" name="Table 35">
            <a:extLst>
              <a:ext uri="{FF2B5EF4-FFF2-40B4-BE49-F238E27FC236}">
                <a16:creationId xmlns:a16="http://schemas.microsoft.com/office/drawing/2014/main" id="{20E0DD1B-2DBC-C000-1F6C-D14A539821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6009765"/>
              </p:ext>
            </p:extLst>
          </p:nvPr>
        </p:nvGraphicFramePr>
        <p:xfrm>
          <a:off x="4468051" y="465759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0" name="Arrow: Left 65">
            <a:extLst>
              <a:ext uri="{FF2B5EF4-FFF2-40B4-BE49-F238E27FC236}">
                <a16:creationId xmlns:a16="http://schemas.microsoft.com/office/drawing/2014/main" id="{51BDE157-4FC3-C40F-4D2C-F4FDB3AEFBFE}"/>
              </a:ext>
            </a:extLst>
          </p:cNvPr>
          <p:cNvSpPr/>
          <p:nvPr/>
        </p:nvSpPr>
        <p:spPr>
          <a:xfrm rot="16200000" flipV="1">
            <a:off x="5007496" y="898543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11" name="Table 35">
            <a:extLst>
              <a:ext uri="{FF2B5EF4-FFF2-40B4-BE49-F238E27FC236}">
                <a16:creationId xmlns:a16="http://schemas.microsoft.com/office/drawing/2014/main" id="{18E56241-E95B-9C27-AFBF-2897E31E4F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2558905"/>
              </p:ext>
            </p:extLst>
          </p:nvPr>
        </p:nvGraphicFramePr>
        <p:xfrm>
          <a:off x="630851" y="366730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6" name="Arrow: Left 65">
            <a:extLst>
              <a:ext uri="{FF2B5EF4-FFF2-40B4-BE49-F238E27FC236}">
                <a16:creationId xmlns:a16="http://schemas.microsoft.com/office/drawing/2014/main" id="{3070619F-98DE-C8B9-B55C-24DC7CB5462E}"/>
              </a:ext>
            </a:extLst>
          </p:cNvPr>
          <p:cNvSpPr/>
          <p:nvPr/>
        </p:nvSpPr>
        <p:spPr>
          <a:xfrm rot="16200000" flipV="1">
            <a:off x="1170296" y="415425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17" name="Table 35">
            <a:extLst>
              <a:ext uri="{FF2B5EF4-FFF2-40B4-BE49-F238E27FC236}">
                <a16:creationId xmlns:a16="http://schemas.microsoft.com/office/drawing/2014/main" id="{7205DE06-C86C-0F31-4BD4-D4225FC04A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9372546"/>
              </p:ext>
            </p:extLst>
          </p:nvPr>
        </p:nvGraphicFramePr>
        <p:xfrm>
          <a:off x="3535097" y="3716579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8" name="Arrow: Left 65">
            <a:extLst>
              <a:ext uri="{FF2B5EF4-FFF2-40B4-BE49-F238E27FC236}">
                <a16:creationId xmlns:a16="http://schemas.microsoft.com/office/drawing/2014/main" id="{37C59A33-45D3-6EB1-EA2B-951C608F3E28}"/>
              </a:ext>
            </a:extLst>
          </p:cNvPr>
          <p:cNvSpPr/>
          <p:nvPr/>
        </p:nvSpPr>
        <p:spPr>
          <a:xfrm rot="16200000" flipV="1">
            <a:off x="4074542" y="4149363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61983986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97C7C8-24B8-93A5-7FCF-A79C333B5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AC8AF7D-1744-42D3-CF48-2B9A5D3C378E}"/>
              </a:ext>
            </a:extLst>
          </p:cNvPr>
          <p:cNvSpPr txBox="1"/>
          <p:nvPr/>
        </p:nvSpPr>
        <p:spPr>
          <a:xfrm>
            <a:off x="3030239" y="2920697"/>
            <a:ext cx="8658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Array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5086C507-6412-B811-B889-3036920B3349}"/>
              </a:ext>
            </a:extLst>
          </p:cNvPr>
          <p:cNvGraphicFramePr>
            <a:graphicFrameLocks noGrp="1"/>
          </p:cNvGraphicFramePr>
          <p:nvPr/>
        </p:nvGraphicFramePr>
        <p:xfrm>
          <a:off x="1146000" y="1414121"/>
          <a:ext cx="4500000" cy="144181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999718109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3915920"/>
                    </a:ext>
                  </a:extLst>
                </a:gridCol>
              </a:tblGrid>
              <a:tr h="851626"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588374"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graphicFrame>
        <p:nvGraphicFramePr>
          <p:cNvPr id="20" name="Table 10">
            <a:extLst>
              <a:ext uri="{FF2B5EF4-FFF2-40B4-BE49-F238E27FC236}">
                <a16:creationId xmlns:a16="http://schemas.microsoft.com/office/drawing/2014/main" id="{4865BFA7-1B0C-1A24-2343-F53FDAA4F399}"/>
              </a:ext>
            </a:extLst>
          </p:cNvPr>
          <p:cNvGraphicFramePr>
            <a:graphicFrameLocks noGrp="1"/>
          </p:cNvGraphicFramePr>
          <p:nvPr/>
        </p:nvGraphicFramePr>
        <p:xfrm>
          <a:off x="696000" y="4613656"/>
          <a:ext cx="5400000" cy="9117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91175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C5C4D265-E876-13DB-C178-7E0DE8E89EA8}"/>
              </a:ext>
            </a:extLst>
          </p:cNvPr>
          <p:cNvSpPr txBox="1"/>
          <p:nvPr/>
        </p:nvSpPr>
        <p:spPr>
          <a:xfrm>
            <a:off x="2490239" y="5591991"/>
            <a:ext cx="10800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Queue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8668DD-8A1A-70F8-5210-A46DF84ABF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3988133" y="5462823"/>
            <a:ext cx="401633" cy="720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856AEB5-6586-16E5-8EEB-2CE299FB1E7D}"/>
              </a:ext>
            </a:extLst>
          </p:cNvPr>
          <p:cNvSpPr txBox="1"/>
          <p:nvPr/>
        </p:nvSpPr>
        <p:spPr>
          <a:xfrm>
            <a:off x="6365525" y="982176"/>
            <a:ext cx="5592471" cy="549381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main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lvl="1"/>
            <a:r>
              <a:rPr lang="en-PH" sz="13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"Enqueueing 5 items..."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Enqueue 5 items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++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(x);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Attempt to enqueue a 6th item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"Attempting to enqueue a 6th item..."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//Dequeue and retrieve all items in the queue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"The values in the queue are: 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while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!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isEmpty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dequeue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(value);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 "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B92574D-7405-4AA4-5948-C5E8154274CF}"/>
              </a:ext>
            </a:extLst>
          </p:cNvPr>
          <p:cNvSpPr/>
          <p:nvPr/>
        </p:nvSpPr>
        <p:spPr>
          <a:xfrm>
            <a:off x="6870903" y="3382362"/>
            <a:ext cx="4985123" cy="788846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34E6A96-0888-8BA2-556C-119B294F5967}"/>
              </a:ext>
            </a:extLst>
          </p:cNvPr>
          <p:cNvSpPr txBox="1"/>
          <p:nvPr/>
        </p:nvSpPr>
        <p:spPr>
          <a:xfrm>
            <a:off x="1146000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4393EA3-7916-B401-9C53-347244DA3DB5}"/>
              </a:ext>
            </a:extLst>
          </p:cNvPr>
          <p:cNvSpPr txBox="1"/>
          <p:nvPr/>
        </p:nvSpPr>
        <p:spPr>
          <a:xfrm>
            <a:off x="1865525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F78F92-F3B7-B4A6-FBE2-35BD02534F96}"/>
              </a:ext>
            </a:extLst>
          </p:cNvPr>
          <p:cNvSpPr txBox="1"/>
          <p:nvPr/>
        </p:nvSpPr>
        <p:spPr>
          <a:xfrm>
            <a:off x="4024100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6D9B7C2-43A8-2EBC-5F3A-F50904B49158}"/>
              </a:ext>
            </a:extLst>
          </p:cNvPr>
          <p:cNvSpPr txBox="1"/>
          <p:nvPr/>
        </p:nvSpPr>
        <p:spPr>
          <a:xfrm>
            <a:off x="3304575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D7F9A1A-5967-20A4-BB63-4D81C9EC68FF}"/>
              </a:ext>
            </a:extLst>
          </p:cNvPr>
          <p:cNvSpPr txBox="1"/>
          <p:nvPr/>
        </p:nvSpPr>
        <p:spPr>
          <a:xfrm>
            <a:off x="2585050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2</a:t>
            </a:r>
          </a:p>
        </p:txBody>
      </p:sp>
      <p:graphicFrame>
        <p:nvGraphicFramePr>
          <p:cNvPr id="4" name="Table 35">
            <a:extLst>
              <a:ext uri="{FF2B5EF4-FFF2-40B4-BE49-F238E27FC236}">
                <a16:creationId xmlns:a16="http://schemas.microsoft.com/office/drawing/2014/main" id="{F447EA2D-6E86-3A04-4A8F-8F6519793A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8709107"/>
              </p:ext>
            </p:extLst>
          </p:nvPr>
        </p:nvGraphicFramePr>
        <p:xfrm>
          <a:off x="810851" y="41648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7" name="Arrow: Left 65">
            <a:extLst>
              <a:ext uri="{FF2B5EF4-FFF2-40B4-BE49-F238E27FC236}">
                <a16:creationId xmlns:a16="http://schemas.microsoft.com/office/drawing/2014/main" id="{01451163-DC56-1868-2719-97E4D4455CC2}"/>
              </a:ext>
            </a:extLst>
          </p:cNvPr>
          <p:cNvSpPr/>
          <p:nvPr/>
        </p:nvSpPr>
        <p:spPr>
          <a:xfrm rot="16200000" flipV="1">
            <a:off x="1350296" y="90343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9" name="Table 35">
            <a:extLst>
              <a:ext uri="{FF2B5EF4-FFF2-40B4-BE49-F238E27FC236}">
                <a16:creationId xmlns:a16="http://schemas.microsoft.com/office/drawing/2014/main" id="{BD6365F0-7889-9FEC-8A7C-E36E21D626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6571383"/>
              </p:ext>
            </p:extLst>
          </p:nvPr>
        </p:nvGraphicFramePr>
        <p:xfrm>
          <a:off x="4468051" y="465759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0" name="Arrow: Left 65">
            <a:extLst>
              <a:ext uri="{FF2B5EF4-FFF2-40B4-BE49-F238E27FC236}">
                <a16:creationId xmlns:a16="http://schemas.microsoft.com/office/drawing/2014/main" id="{2A70FD41-CA9B-79E4-A217-FA7059902677}"/>
              </a:ext>
            </a:extLst>
          </p:cNvPr>
          <p:cNvSpPr/>
          <p:nvPr/>
        </p:nvSpPr>
        <p:spPr>
          <a:xfrm rot="16200000" flipV="1">
            <a:off x="5007496" y="898543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11" name="Table 35">
            <a:extLst>
              <a:ext uri="{FF2B5EF4-FFF2-40B4-BE49-F238E27FC236}">
                <a16:creationId xmlns:a16="http://schemas.microsoft.com/office/drawing/2014/main" id="{7880B3C0-2F7B-75FA-8A9A-B42885BC1E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4208606"/>
              </p:ext>
            </p:extLst>
          </p:nvPr>
        </p:nvGraphicFramePr>
        <p:xfrm>
          <a:off x="630851" y="366730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6" name="Arrow: Left 65">
            <a:extLst>
              <a:ext uri="{FF2B5EF4-FFF2-40B4-BE49-F238E27FC236}">
                <a16:creationId xmlns:a16="http://schemas.microsoft.com/office/drawing/2014/main" id="{35423FAF-7462-5B83-DB45-5864DF13B17D}"/>
              </a:ext>
            </a:extLst>
          </p:cNvPr>
          <p:cNvSpPr/>
          <p:nvPr/>
        </p:nvSpPr>
        <p:spPr>
          <a:xfrm rot="16200000" flipV="1">
            <a:off x="1170296" y="415425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17" name="Table 35">
            <a:extLst>
              <a:ext uri="{FF2B5EF4-FFF2-40B4-BE49-F238E27FC236}">
                <a16:creationId xmlns:a16="http://schemas.microsoft.com/office/drawing/2014/main" id="{49C7DD42-704E-9276-46A4-4525A648C4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9104319"/>
              </p:ext>
            </p:extLst>
          </p:nvPr>
        </p:nvGraphicFramePr>
        <p:xfrm>
          <a:off x="3535097" y="3716579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8" name="Arrow: Left 65">
            <a:extLst>
              <a:ext uri="{FF2B5EF4-FFF2-40B4-BE49-F238E27FC236}">
                <a16:creationId xmlns:a16="http://schemas.microsoft.com/office/drawing/2014/main" id="{3F8E9551-EE56-731D-E10C-94605B622CFB}"/>
              </a:ext>
            </a:extLst>
          </p:cNvPr>
          <p:cNvSpPr/>
          <p:nvPr/>
        </p:nvSpPr>
        <p:spPr>
          <a:xfrm rot="16200000" flipV="1">
            <a:off x="4074542" y="4149363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99301288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7D83FE-7239-0A57-7FC1-4B0278CAB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9772CED-0E60-EAFB-D2C8-DFF6D1FAE7F9}"/>
              </a:ext>
            </a:extLst>
          </p:cNvPr>
          <p:cNvSpPr txBox="1"/>
          <p:nvPr/>
        </p:nvSpPr>
        <p:spPr>
          <a:xfrm>
            <a:off x="3030239" y="2920697"/>
            <a:ext cx="8658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Array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3C880177-4118-1E3C-8747-CB461E1C409A}"/>
              </a:ext>
            </a:extLst>
          </p:cNvPr>
          <p:cNvGraphicFramePr>
            <a:graphicFrameLocks noGrp="1"/>
          </p:cNvGraphicFramePr>
          <p:nvPr/>
        </p:nvGraphicFramePr>
        <p:xfrm>
          <a:off x="1146000" y="1414121"/>
          <a:ext cx="4500000" cy="144181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999718109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3915920"/>
                    </a:ext>
                  </a:extLst>
                </a:gridCol>
              </a:tblGrid>
              <a:tr h="851626"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588374"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graphicFrame>
        <p:nvGraphicFramePr>
          <p:cNvPr id="20" name="Table 10">
            <a:extLst>
              <a:ext uri="{FF2B5EF4-FFF2-40B4-BE49-F238E27FC236}">
                <a16:creationId xmlns:a16="http://schemas.microsoft.com/office/drawing/2014/main" id="{51A20F6D-C09F-F64A-3B3E-CD959B7215C0}"/>
              </a:ext>
            </a:extLst>
          </p:cNvPr>
          <p:cNvGraphicFramePr>
            <a:graphicFrameLocks noGrp="1"/>
          </p:cNvGraphicFramePr>
          <p:nvPr/>
        </p:nvGraphicFramePr>
        <p:xfrm>
          <a:off x="696000" y="4613656"/>
          <a:ext cx="5400000" cy="9117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91175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3AB245A8-027E-9C9A-017F-F6BD2223DCDF}"/>
              </a:ext>
            </a:extLst>
          </p:cNvPr>
          <p:cNvSpPr txBox="1"/>
          <p:nvPr/>
        </p:nvSpPr>
        <p:spPr>
          <a:xfrm>
            <a:off x="2490239" y="5591991"/>
            <a:ext cx="10800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Queue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66D2F6-DD10-5EE4-DC5F-EC771C13D5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3988133" y="5462823"/>
            <a:ext cx="401633" cy="720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3118E3B-4F1E-A62A-9F02-41C41C7FCBBA}"/>
              </a:ext>
            </a:extLst>
          </p:cNvPr>
          <p:cNvSpPr txBox="1"/>
          <p:nvPr/>
        </p:nvSpPr>
        <p:spPr>
          <a:xfrm>
            <a:off x="6365525" y="982176"/>
            <a:ext cx="5592471" cy="549381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main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lvl="1"/>
            <a:r>
              <a:rPr lang="en-PH" sz="13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"Enqueueing 5 items..."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Enqueue 5 items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++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(x);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Attempt to enqueue a 6th item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"Attempting to enqueue a 6th item..."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//Dequeue and retrieve all items in the queue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"The values in the queue are: 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while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!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isEmpty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dequeue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(value);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 "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ECBA2D-DDB9-B205-01D6-6D2232E381B8}"/>
              </a:ext>
            </a:extLst>
          </p:cNvPr>
          <p:cNvSpPr/>
          <p:nvPr/>
        </p:nvSpPr>
        <p:spPr>
          <a:xfrm>
            <a:off x="6870903" y="4686583"/>
            <a:ext cx="4985123" cy="147522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28F5509-4CA6-4DAB-B313-679EF709BF61}"/>
              </a:ext>
            </a:extLst>
          </p:cNvPr>
          <p:cNvSpPr txBox="1"/>
          <p:nvPr/>
        </p:nvSpPr>
        <p:spPr>
          <a:xfrm>
            <a:off x="1146000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5BE7A41-C59E-98A8-E02E-72E03E31A850}"/>
              </a:ext>
            </a:extLst>
          </p:cNvPr>
          <p:cNvSpPr txBox="1"/>
          <p:nvPr/>
        </p:nvSpPr>
        <p:spPr>
          <a:xfrm>
            <a:off x="1865525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70BA10-637B-7A85-4E9A-D02B5AD86EC9}"/>
              </a:ext>
            </a:extLst>
          </p:cNvPr>
          <p:cNvSpPr txBox="1"/>
          <p:nvPr/>
        </p:nvSpPr>
        <p:spPr>
          <a:xfrm>
            <a:off x="4024100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A5094B-8180-EE06-56B2-53BD27CE8EA0}"/>
              </a:ext>
            </a:extLst>
          </p:cNvPr>
          <p:cNvSpPr txBox="1"/>
          <p:nvPr/>
        </p:nvSpPr>
        <p:spPr>
          <a:xfrm>
            <a:off x="3304575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D617570-7861-52B7-173F-59A6630BD236}"/>
              </a:ext>
            </a:extLst>
          </p:cNvPr>
          <p:cNvSpPr txBox="1"/>
          <p:nvPr/>
        </p:nvSpPr>
        <p:spPr>
          <a:xfrm>
            <a:off x="2585050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2</a:t>
            </a:r>
          </a:p>
        </p:txBody>
      </p:sp>
      <p:graphicFrame>
        <p:nvGraphicFramePr>
          <p:cNvPr id="4" name="Table 35">
            <a:extLst>
              <a:ext uri="{FF2B5EF4-FFF2-40B4-BE49-F238E27FC236}">
                <a16:creationId xmlns:a16="http://schemas.microsoft.com/office/drawing/2014/main" id="{298321DB-156E-7C95-4005-A24101CAF1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8709107"/>
              </p:ext>
            </p:extLst>
          </p:nvPr>
        </p:nvGraphicFramePr>
        <p:xfrm>
          <a:off x="810851" y="41648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7" name="Arrow: Left 65">
            <a:extLst>
              <a:ext uri="{FF2B5EF4-FFF2-40B4-BE49-F238E27FC236}">
                <a16:creationId xmlns:a16="http://schemas.microsoft.com/office/drawing/2014/main" id="{9903820D-44AA-657C-1F4C-188411985151}"/>
              </a:ext>
            </a:extLst>
          </p:cNvPr>
          <p:cNvSpPr/>
          <p:nvPr/>
        </p:nvSpPr>
        <p:spPr>
          <a:xfrm rot="16200000" flipV="1">
            <a:off x="1350296" y="90343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9" name="Table 35">
            <a:extLst>
              <a:ext uri="{FF2B5EF4-FFF2-40B4-BE49-F238E27FC236}">
                <a16:creationId xmlns:a16="http://schemas.microsoft.com/office/drawing/2014/main" id="{FD6251E0-7540-3A34-5E98-A0449F63E1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6571383"/>
              </p:ext>
            </p:extLst>
          </p:nvPr>
        </p:nvGraphicFramePr>
        <p:xfrm>
          <a:off x="4468051" y="465759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0" name="Arrow: Left 65">
            <a:extLst>
              <a:ext uri="{FF2B5EF4-FFF2-40B4-BE49-F238E27FC236}">
                <a16:creationId xmlns:a16="http://schemas.microsoft.com/office/drawing/2014/main" id="{7F48BC65-9F06-4886-C1AF-C532B8A6EB61}"/>
              </a:ext>
            </a:extLst>
          </p:cNvPr>
          <p:cNvSpPr/>
          <p:nvPr/>
        </p:nvSpPr>
        <p:spPr>
          <a:xfrm rot="16200000" flipV="1">
            <a:off x="5007496" y="898543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11" name="Table 35">
            <a:extLst>
              <a:ext uri="{FF2B5EF4-FFF2-40B4-BE49-F238E27FC236}">
                <a16:creationId xmlns:a16="http://schemas.microsoft.com/office/drawing/2014/main" id="{8B3A792E-CCA7-B1C9-A12F-63F0B65DD1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4208606"/>
              </p:ext>
            </p:extLst>
          </p:nvPr>
        </p:nvGraphicFramePr>
        <p:xfrm>
          <a:off x="630851" y="366730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6" name="Arrow: Left 65">
            <a:extLst>
              <a:ext uri="{FF2B5EF4-FFF2-40B4-BE49-F238E27FC236}">
                <a16:creationId xmlns:a16="http://schemas.microsoft.com/office/drawing/2014/main" id="{4A40F46A-3E9B-0900-F850-8C36E1E684B4}"/>
              </a:ext>
            </a:extLst>
          </p:cNvPr>
          <p:cNvSpPr/>
          <p:nvPr/>
        </p:nvSpPr>
        <p:spPr>
          <a:xfrm rot="16200000" flipV="1">
            <a:off x="1170296" y="415425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17" name="Table 35">
            <a:extLst>
              <a:ext uri="{FF2B5EF4-FFF2-40B4-BE49-F238E27FC236}">
                <a16:creationId xmlns:a16="http://schemas.microsoft.com/office/drawing/2014/main" id="{25F843FD-5C05-30A9-0807-4CA50C1472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9104319"/>
              </p:ext>
            </p:extLst>
          </p:nvPr>
        </p:nvGraphicFramePr>
        <p:xfrm>
          <a:off x="3535097" y="3716579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8" name="Arrow: Left 65">
            <a:extLst>
              <a:ext uri="{FF2B5EF4-FFF2-40B4-BE49-F238E27FC236}">
                <a16:creationId xmlns:a16="http://schemas.microsoft.com/office/drawing/2014/main" id="{1ABEEB2C-71B1-74D9-D8C9-8837010A4C8B}"/>
              </a:ext>
            </a:extLst>
          </p:cNvPr>
          <p:cNvSpPr/>
          <p:nvPr/>
        </p:nvSpPr>
        <p:spPr>
          <a:xfrm rot="16200000" flipV="1">
            <a:off x="4074542" y="4149363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6791625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B71235-00F0-28DB-924E-182B0CE61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7CFCF89-0175-CFCD-A220-9073D9644427}"/>
              </a:ext>
            </a:extLst>
          </p:cNvPr>
          <p:cNvSpPr txBox="1"/>
          <p:nvPr/>
        </p:nvSpPr>
        <p:spPr>
          <a:xfrm>
            <a:off x="3030239" y="2920697"/>
            <a:ext cx="8658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Array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CD5AFEFA-C35E-591B-A2DB-680BE23BDD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1157784"/>
              </p:ext>
            </p:extLst>
          </p:nvPr>
        </p:nvGraphicFramePr>
        <p:xfrm>
          <a:off x="1146000" y="1414121"/>
          <a:ext cx="4500000" cy="144181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999718109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3915920"/>
                    </a:ext>
                  </a:extLst>
                </a:gridCol>
              </a:tblGrid>
              <a:tr h="851626"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5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588374"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graphicFrame>
        <p:nvGraphicFramePr>
          <p:cNvPr id="20" name="Table 10">
            <a:extLst>
              <a:ext uri="{FF2B5EF4-FFF2-40B4-BE49-F238E27FC236}">
                <a16:creationId xmlns:a16="http://schemas.microsoft.com/office/drawing/2014/main" id="{131B0B1E-F566-DFE6-7661-C193BAB0A11D}"/>
              </a:ext>
            </a:extLst>
          </p:cNvPr>
          <p:cNvGraphicFramePr>
            <a:graphicFrameLocks noGrp="1"/>
          </p:cNvGraphicFramePr>
          <p:nvPr/>
        </p:nvGraphicFramePr>
        <p:xfrm>
          <a:off x="696000" y="4613656"/>
          <a:ext cx="5400000" cy="9117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91175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F449CB42-9D3E-4C42-349B-824F59E8A79A}"/>
              </a:ext>
            </a:extLst>
          </p:cNvPr>
          <p:cNvSpPr txBox="1"/>
          <p:nvPr/>
        </p:nvSpPr>
        <p:spPr>
          <a:xfrm>
            <a:off x="2490239" y="5591991"/>
            <a:ext cx="10800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Queue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332601-DEB5-670C-D475-BE00242C90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3988133" y="5462823"/>
            <a:ext cx="401633" cy="720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1ABE733-7AA7-84FC-6179-2F5C4E4A05A1}"/>
              </a:ext>
            </a:extLst>
          </p:cNvPr>
          <p:cNvSpPr txBox="1"/>
          <p:nvPr/>
        </p:nvSpPr>
        <p:spPr>
          <a:xfrm>
            <a:off x="6365525" y="982176"/>
            <a:ext cx="5592471" cy="549381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main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lvl="1"/>
            <a:r>
              <a:rPr lang="en-PH" sz="13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"Enqueueing 5 items..."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Enqueue 5 items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++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(x);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Attempt to enqueue a 6th item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"Attempting to enqueue a 6th item..."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//Dequeue and retrieve all items in the queue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"The values in the queue are: 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while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!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isEmpty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dequeue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(value);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 "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129D13-F3D8-9C08-64FC-C29CB122AEC0}"/>
              </a:ext>
            </a:extLst>
          </p:cNvPr>
          <p:cNvSpPr/>
          <p:nvPr/>
        </p:nvSpPr>
        <p:spPr>
          <a:xfrm>
            <a:off x="6870903" y="4686583"/>
            <a:ext cx="4985123" cy="147522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B14A0BC-8877-6580-E8F5-9BDD10AFF0D5}"/>
              </a:ext>
            </a:extLst>
          </p:cNvPr>
          <p:cNvSpPr txBox="1"/>
          <p:nvPr/>
        </p:nvSpPr>
        <p:spPr>
          <a:xfrm>
            <a:off x="-873104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B1557E7-0F8B-7FC7-CA36-8B015A5615F4}"/>
              </a:ext>
            </a:extLst>
          </p:cNvPr>
          <p:cNvSpPr txBox="1"/>
          <p:nvPr/>
        </p:nvSpPr>
        <p:spPr>
          <a:xfrm>
            <a:off x="1160298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7D9316-BA96-EADD-68C9-D1F57F8C31EB}"/>
              </a:ext>
            </a:extLst>
          </p:cNvPr>
          <p:cNvSpPr txBox="1"/>
          <p:nvPr/>
        </p:nvSpPr>
        <p:spPr>
          <a:xfrm>
            <a:off x="3318873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C04767-8740-8D70-E53C-8DF45DAEF9FD}"/>
              </a:ext>
            </a:extLst>
          </p:cNvPr>
          <p:cNvSpPr txBox="1"/>
          <p:nvPr/>
        </p:nvSpPr>
        <p:spPr>
          <a:xfrm>
            <a:off x="2599348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C37B1AC-1D0F-4C9A-82C6-11ED20EBDF1A}"/>
              </a:ext>
            </a:extLst>
          </p:cNvPr>
          <p:cNvSpPr txBox="1"/>
          <p:nvPr/>
        </p:nvSpPr>
        <p:spPr>
          <a:xfrm>
            <a:off x="1879823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2</a:t>
            </a:r>
          </a:p>
        </p:txBody>
      </p:sp>
      <p:graphicFrame>
        <p:nvGraphicFramePr>
          <p:cNvPr id="4" name="Table 35">
            <a:extLst>
              <a:ext uri="{FF2B5EF4-FFF2-40B4-BE49-F238E27FC236}">
                <a16:creationId xmlns:a16="http://schemas.microsoft.com/office/drawing/2014/main" id="{34709F1D-162D-D5F7-1D49-C20C8A25C9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8709107"/>
              </p:ext>
            </p:extLst>
          </p:nvPr>
        </p:nvGraphicFramePr>
        <p:xfrm>
          <a:off x="810851" y="41648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7" name="Arrow: Left 65">
            <a:extLst>
              <a:ext uri="{FF2B5EF4-FFF2-40B4-BE49-F238E27FC236}">
                <a16:creationId xmlns:a16="http://schemas.microsoft.com/office/drawing/2014/main" id="{0A57D25C-45B3-4C6C-F8B5-F02415EA2293}"/>
              </a:ext>
            </a:extLst>
          </p:cNvPr>
          <p:cNvSpPr/>
          <p:nvPr/>
        </p:nvSpPr>
        <p:spPr>
          <a:xfrm rot="16200000" flipV="1">
            <a:off x="1350296" y="90343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9" name="Table 35">
            <a:extLst>
              <a:ext uri="{FF2B5EF4-FFF2-40B4-BE49-F238E27FC236}">
                <a16:creationId xmlns:a16="http://schemas.microsoft.com/office/drawing/2014/main" id="{D540749C-4C0A-4A60-8C74-0AB8AE4D1A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8611881"/>
              </p:ext>
            </p:extLst>
          </p:nvPr>
        </p:nvGraphicFramePr>
        <p:xfrm>
          <a:off x="3582869" y="465759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0" name="Arrow: Left 65">
            <a:extLst>
              <a:ext uri="{FF2B5EF4-FFF2-40B4-BE49-F238E27FC236}">
                <a16:creationId xmlns:a16="http://schemas.microsoft.com/office/drawing/2014/main" id="{ED0AB784-A198-FD9E-4602-043CA3D36724}"/>
              </a:ext>
            </a:extLst>
          </p:cNvPr>
          <p:cNvSpPr/>
          <p:nvPr/>
        </p:nvSpPr>
        <p:spPr>
          <a:xfrm rot="16200000" flipV="1">
            <a:off x="4122314" y="898543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11" name="Table 35">
            <a:extLst>
              <a:ext uri="{FF2B5EF4-FFF2-40B4-BE49-F238E27FC236}">
                <a16:creationId xmlns:a16="http://schemas.microsoft.com/office/drawing/2014/main" id="{0D49B6C7-15B9-7E3A-81F3-F04C3B857E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4208606"/>
              </p:ext>
            </p:extLst>
          </p:nvPr>
        </p:nvGraphicFramePr>
        <p:xfrm>
          <a:off x="630851" y="366730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6" name="Arrow: Left 65">
            <a:extLst>
              <a:ext uri="{FF2B5EF4-FFF2-40B4-BE49-F238E27FC236}">
                <a16:creationId xmlns:a16="http://schemas.microsoft.com/office/drawing/2014/main" id="{44ABAA91-57F7-D848-2713-C0603CF8D91D}"/>
              </a:ext>
            </a:extLst>
          </p:cNvPr>
          <p:cNvSpPr/>
          <p:nvPr/>
        </p:nvSpPr>
        <p:spPr>
          <a:xfrm rot="16200000" flipV="1">
            <a:off x="1170296" y="415425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17" name="Table 35">
            <a:extLst>
              <a:ext uri="{FF2B5EF4-FFF2-40B4-BE49-F238E27FC236}">
                <a16:creationId xmlns:a16="http://schemas.microsoft.com/office/drawing/2014/main" id="{6F23EDD9-42C3-2933-44CF-B32DE6A34C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9779865"/>
              </p:ext>
            </p:extLst>
          </p:nvPr>
        </p:nvGraphicFramePr>
        <p:xfrm>
          <a:off x="2814014" y="3716579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8" name="Arrow: Left 65">
            <a:extLst>
              <a:ext uri="{FF2B5EF4-FFF2-40B4-BE49-F238E27FC236}">
                <a16:creationId xmlns:a16="http://schemas.microsoft.com/office/drawing/2014/main" id="{6A6DB891-A628-756D-F574-AF367417CED0}"/>
              </a:ext>
            </a:extLst>
          </p:cNvPr>
          <p:cNvSpPr/>
          <p:nvPr/>
        </p:nvSpPr>
        <p:spPr>
          <a:xfrm rot="16200000" flipV="1">
            <a:off x="3353459" y="4149363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90839459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F51F84-9BB5-6C15-F8C4-815821B9AC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0FB0589-B9AA-1EBF-E5DB-E1404F2520DF}"/>
              </a:ext>
            </a:extLst>
          </p:cNvPr>
          <p:cNvSpPr txBox="1"/>
          <p:nvPr/>
        </p:nvSpPr>
        <p:spPr>
          <a:xfrm>
            <a:off x="3030239" y="2920697"/>
            <a:ext cx="8658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Array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BDF13067-80D1-D953-62EF-457DE848E8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1974299"/>
              </p:ext>
            </p:extLst>
          </p:nvPr>
        </p:nvGraphicFramePr>
        <p:xfrm>
          <a:off x="1146000" y="1414121"/>
          <a:ext cx="4500000" cy="144181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999718109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3915920"/>
                    </a:ext>
                  </a:extLst>
                </a:gridCol>
              </a:tblGrid>
              <a:tr h="851626"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5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5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588374"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graphicFrame>
        <p:nvGraphicFramePr>
          <p:cNvPr id="20" name="Table 10">
            <a:extLst>
              <a:ext uri="{FF2B5EF4-FFF2-40B4-BE49-F238E27FC236}">
                <a16:creationId xmlns:a16="http://schemas.microsoft.com/office/drawing/2014/main" id="{B1C37B44-ED38-4043-A9CE-11EC49673F43}"/>
              </a:ext>
            </a:extLst>
          </p:cNvPr>
          <p:cNvGraphicFramePr>
            <a:graphicFrameLocks noGrp="1"/>
          </p:cNvGraphicFramePr>
          <p:nvPr/>
        </p:nvGraphicFramePr>
        <p:xfrm>
          <a:off x="696000" y="4613656"/>
          <a:ext cx="5400000" cy="9117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91175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D5268198-FEF8-ACB3-B27B-4A25F8757C03}"/>
              </a:ext>
            </a:extLst>
          </p:cNvPr>
          <p:cNvSpPr txBox="1"/>
          <p:nvPr/>
        </p:nvSpPr>
        <p:spPr>
          <a:xfrm>
            <a:off x="2490239" y="5591991"/>
            <a:ext cx="10800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Queue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DBD219-84BF-E86F-59FC-A6A3880490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3988133" y="5462823"/>
            <a:ext cx="401633" cy="720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3084C7-E556-C2D2-22A4-D9718D785208}"/>
              </a:ext>
            </a:extLst>
          </p:cNvPr>
          <p:cNvSpPr txBox="1"/>
          <p:nvPr/>
        </p:nvSpPr>
        <p:spPr>
          <a:xfrm>
            <a:off x="6365525" y="982176"/>
            <a:ext cx="5592471" cy="549381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main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lvl="1"/>
            <a:r>
              <a:rPr lang="en-PH" sz="13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"Enqueueing 5 items..."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Enqueue 5 items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++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(x);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Attempt to enqueue a 6th item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"Attempting to enqueue a 6th item..."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//Dequeue and retrieve all items in the queue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"The values in the queue are: 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while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!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isEmpty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dequeue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(value);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 "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1B2521-2BDB-8049-F392-45CFB5E4F0E4}"/>
              </a:ext>
            </a:extLst>
          </p:cNvPr>
          <p:cNvSpPr/>
          <p:nvPr/>
        </p:nvSpPr>
        <p:spPr>
          <a:xfrm>
            <a:off x="6870903" y="4686583"/>
            <a:ext cx="4985123" cy="147522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490636-EA25-FBBC-DA02-AEE6B79FA5F2}"/>
              </a:ext>
            </a:extLst>
          </p:cNvPr>
          <p:cNvSpPr txBox="1"/>
          <p:nvPr/>
        </p:nvSpPr>
        <p:spPr>
          <a:xfrm>
            <a:off x="-1062555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426A19-1702-3E1F-7E7E-02CBAA9D5522}"/>
              </a:ext>
            </a:extLst>
          </p:cNvPr>
          <p:cNvSpPr txBox="1"/>
          <p:nvPr/>
        </p:nvSpPr>
        <p:spPr>
          <a:xfrm>
            <a:off x="-618327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A3A1852-3F73-B80E-992C-26DFFCD93B02}"/>
              </a:ext>
            </a:extLst>
          </p:cNvPr>
          <p:cNvSpPr txBox="1"/>
          <p:nvPr/>
        </p:nvSpPr>
        <p:spPr>
          <a:xfrm>
            <a:off x="2621447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F815AB3-1989-0BBA-D93E-F96B92FB7C37}"/>
              </a:ext>
            </a:extLst>
          </p:cNvPr>
          <p:cNvSpPr txBox="1"/>
          <p:nvPr/>
        </p:nvSpPr>
        <p:spPr>
          <a:xfrm>
            <a:off x="1901922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8A73F8-FF37-B664-93BF-537FF7A38027}"/>
              </a:ext>
            </a:extLst>
          </p:cNvPr>
          <p:cNvSpPr txBox="1"/>
          <p:nvPr/>
        </p:nvSpPr>
        <p:spPr>
          <a:xfrm>
            <a:off x="1182397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2</a:t>
            </a:r>
          </a:p>
        </p:txBody>
      </p:sp>
      <p:graphicFrame>
        <p:nvGraphicFramePr>
          <p:cNvPr id="4" name="Table 35">
            <a:extLst>
              <a:ext uri="{FF2B5EF4-FFF2-40B4-BE49-F238E27FC236}">
                <a16:creationId xmlns:a16="http://schemas.microsoft.com/office/drawing/2014/main" id="{09056F2D-9038-FF77-723F-E2201CABE16D}"/>
              </a:ext>
            </a:extLst>
          </p:cNvPr>
          <p:cNvGraphicFramePr>
            <a:graphicFrameLocks noGrp="1"/>
          </p:cNvGraphicFramePr>
          <p:nvPr/>
        </p:nvGraphicFramePr>
        <p:xfrm>
          <a:off x="810851" y="41648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7" name="Arrow: Left 65">
            <a:extLst>
              <a:ext uri="{FF2B5EF4-FFF2-40B4-BE49-F238E27FC236}">
                <a16:creationId xmlns:a16="http://schemas.microsoft.com/office/drawing/2014/main" id="{8EC6451D-1772-5275-177F-1B6FEA4889B9}"/>
              </a:ext>
            </a:extLst>
          </p:cNvPr>
          <p:cNvSpPr/>
          <p:nvPr/>
        </p:nvSpPr>
        <p:spPr>
          <a:xfrm rot="16200000" flipV="1">
            <a:off x="1350296" y="90343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9" name="Table 35">
            <a:extLst>
              <a:ext uri="{FF2B5EF4-FFF2-40B4-BE49-F238E27FC236}">
                <a16:creationId xmlns:a16="http://schemas.microsoft.com/office/drawing/2014/main" id="{12E33B06-67E2-B727-4A55-3766A568E0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3611017"/>
              </p:ext>
            </p:extLst>
          </p:nvPr>
        </p:nvGraphicFramePr>
        <p:xfrm>
          <a:off x="2634013" y="465759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0" name="Arrow: Left 65">
            <a:extLst>
              <a:ext uri="{FF2B5EF4-FFF2-40B4-BE49-F238E27FC236}">
                <a16:creationId xmlns:a16="http://schemas.microsoft.com/office/drawing/2014/main" id="{EA218B8A-DF45-9FF9-86AF-0A47037F0AAA}"/>
              </a:ext>
            </a:extLst>
          </p:cNvPr>
          <p:cNvSpPr/>
          <p:nvPr/>
        </p:nvSpPr>
        <p:spPr>
          <a:xfrm rot="16200000" flipV="1">
            <a:off x="3173458" y="898543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11" name="Table 35">
            <a:extLst>
              <a:ext uri="{FF2B5EF4-FFF2-40B4-BE49-F238E27FC236}">
                <a16:creationId xmlns:a16="http://schemas.microsoft.com/office/drawing/2014/main" id="{C051FC73-D20C-C7C4-50FB-B07562D41F88}"/>
              </a:ext>
            </a:extLst>
          </p:cNvPr>
          <p:cNvGraphicFramePr>
            <a:graphicFrameLocks noGrp="1"/>
          </p:cNvGraphicFramePr>
          <p:nvPr/>
        </p:nvGraphicFramePr>
        <p:xfrm>
          <a:off x="630851" y="366730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6" name="Arrow: Left 65">
            <a:extLst>
              <a:ext uri="{FF2B5EF4-FFF2-40B4-BE49-F238E27FC236}">
                <a16:creationId xmlns:a16="http://schemas.microsoft.com/office/drawing/2014/main" id="{C7CE1C5A-CE79-0094-FB4A-92DF645C02FE}"/>
              </a:ext>
            </a:extLst>
          </p:cNvPr>
          <p:cNvSpPr/>
          <p:nvPr/>
        </p:nvSpPr>
        <p:spPr>
          <a:xfrm rot="16200000" flipV="1">
            <a:off x="1170296" y="415425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17" name="Table 35">
            <a:extLst>
              <a:ext uri="{FF2B5EF4-FFF2-40B4-BE49-F238E27FC236}">
                <a16:creationId xmlns:a16="http://schemas.microsoft.com/office/drawing/2014/main" id="{4E123485-6126-6720-E319-F2AF781AA7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9037800"/>
              </p:ext>
            </p:extLst>
          </p:nvPr>
        </p:nvGraphicFramePr>
        <p:xfrm>
          <a:off x="2119231" y="3716579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8" name="Arrow: Left 65">
            <a:extLst>
              <a:ext uri="{FF2B5EF4-FFF2-40B4-BE49-F238E27FC236}">
                <a16:creationId xmlns:a16="http://schemas.microsoft.com/office/drawing/2014/main" id="{319049FF-4476-80EE-63D2-077F18089178}"/>
              </a:ext>
            </a:extLst>
          </p:cNvPr>
          <p:cNvSpPr/>
          <p:nvPr/>
        </p:nvSpPr>
        <p:spPr>
          <a:xfrm rot="16200000" flipV="1">
            <a:off x="2658676" y="4149363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2661311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2585C2-15C6-E3BE-9AA4-5E9BD7C11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61906A5-BA1A-01B4-4441-64D2EFF11FEF}"/>
              </a:ext>
            </a:extLst>
          </p:cNvPr>
          <p:cNvSpPr txBox="1"/>
          <p:nvPr/>
        </p:nvSpPr>
        <p:spPr>
          <a:xfrm>
            <a:off x="3030239" y="2920697"/>
            <a:ext cx="8658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Array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74064D29-AF76-3402-C689-ED41E62132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7643246"/>
              </p:ext>
            </p:extLst>
          </p:nvPr>
        </p:nvGraphicFramePr>
        <p:xfrm>
          <a:off x="1146000" y="1414121"/>
          <a:ext cx="4500000" cy="144181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999718109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3915920"/>
                    </a:ext>
                  </a:extLst>
                </a:gridCol>
              </a:tblGrid>
              <a:tr h="851626"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5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5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5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588374"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graphicFrame>
        <p:nvGraphicFramePr>
          <p:cNvPr id="20" name="Table 10">
            <a:extLst>
              <a:ext uri="{FF2B5EF4-FFF2-40B4-BE49-F238E27FC236}">
                <a16:creationId xmlns:a16="http://schemas.microsoft.com/office/drawing/2014/main" id="{D8B32675-E8F4-75FD-7780-49ED76184EAE}"/>
              </a:ext>
            </a:extLst>
          </p:cNvPr>
          <p:cNvGraphicFramePr>
            <a:graphicFrameLocks noGrp="1"/>
          </p:cNvGraphicFramePr>
          <p:nvPr/>
        </p:nvGraphicFramePr>
        <p:xfrm>
          <a:off x="696000" y="4613656"/>
          <a:ext cx="5400000" cy="9117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91175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77D5B3DB-26D8-9C0A-52C9-54959F3E588B}"/>
              </a:ext>
            </a:extLst>
          </p:cNvPr>
          <p:cNvSpPr txBox="1"/>
          <p:nvPr/>
        </p:nvSpPr>
        <p:spPr>
          <a:xfrm>
            <a:off x="2490239" y="5591991"/>
            <a:ext cx="10800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Queue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89C5BC-716F-07FD-9B60-629C167386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3988133" y="5462823"/>
            <a:ext cx="401633" cy="720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B6CCFD3-2C91-63D0-83C1-37D428149559}"/>
              </a:ext>
            </a:extLst>
          </p:cNvPr>
          <p:cNvSpPr txBox="1"/>
          <p:nvPr/>
        </p:nvSpPr>
        <p:spPr>
          <a:xfrm>
            <a:off x="6365525" y="982176"/>
            <a:ext cx="5592471" cy="549381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main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lvl="1"/>
            <a:r>
              <a:rPr lang="en-PH" sz="13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"Enqueueing 5 items..."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Enqueue 5 items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++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(x);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Attempt to enqueue a 6th item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"Attempting to enqueue a 6th item..."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//Dequeue and retrieve all items in the queue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"The values in the queue are: 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while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!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isEmpty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dequeue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(value);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 "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046627-82AE-079B-A9A5-06128F0248DF}"/>
              </a:ext>
            </a:extLst>
          </p:cNvPr>
          <p:cNvSpPr/>
          <p:nvPr/>
        </p:nvSpPr>
        <p:spPr>
          <a:xfrm>
            <a:off x="6870903" y="4686583"/>
            <a:ext cx="4985123" cy="147522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5C445F-7FE5-432B-0343-6A1D009661AA}"/>
              </a:ext>
            </a:extLst>
          </p:cNvPr>
          <p:cNvSpPr txBox="1"/>
          <p:nvPr/>
        </p:nvSpPr>
        <p:spPr>
          <a:xfrm>
            <a:off x="-1506783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FC0BB6F-7BF8-B3FD-01FA-384393BCCE5A}"/>
              </a:ext>
            </a:extLst>
          </p:cNvPr>
          <p:cNvSpPr txBox="1"/>
          <p:nvPr/>
        </p:nvSpPr>
        <p:spPr>
          <a:xfrm>
            <a:off x="-1062555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CDA796-8CA6-FA18-D5AE-E8DD1506DEF1}"/>
              </a:ext>
            </a:extLst>
          </p:cNvPr>
          <p:cNvSpPr txBox="1"/>
          <p:nvPr/>
        </p:nvSpPr>
        <p:spPr>
          <a:xfrm>
            <a:off x="1901065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6E233A-4189-B371-BC9D-F51B0729491E}"/>
              </a:ext>
            </a:extLst>
          </p:cNvPr>
          <p:cNvSpPr txBox="1"/>
          <p:nvPr/>
        </p:nvSpPr>
        <p:spPr>
          <a:xfrm>
            <a:off x="1181540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84D905-DFA3-606B-667B-FE7E3A77B440}"/>
              </a:ext>
            </a:extLst>
          </p:cNvPr>
          <p:cNvSpPr txBox="1"/>
          <p:nvPr/>
        </p:nvSpPr>
        <p:spPr>
          <a:xfrm>
            <a:off x="-563230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2</a:t>
            </a:r>
          </a:p>
        </p:txBody>
      </p:sp>
      <p:graphicFrame>
        <p:nvGraphicFramePr>
          <p:cNvPr id="4" name="Table 35">
            <a:extLst>
              <a:ext uri="{FF2B5EF4-FFF2-40B4-BE49-F238E27FC236}">
                <a16:creationId xmlns:a16="http://schemas.microsoft.com/office/drawing/2014/main" id="{7A0D2DCD-0EB6-1F42-3903-7145C0DDEF8E}"/>
              </a:ext>
            </a:extLst>
          </p:cNvPr>
          <p:cNvGraphicFramePr>
            <a:graphicFrameLocks noGrp="1"/>
          </p:cNvGraphicFramePr>
          <p:nvPr/>
        </p:nvGraphicFramePr>
        <p:xfrm>
          <a:off x="810851" y="41648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7" name="Arrow: Left 65">
            <a:extLst>
              <a:ext uri="{FF2B5EF4-FFF2-40B4-BE49-F238E27FC236}">
                <a16:creationId xmlns:a16="http://schemas.microsoft.com/office/drawing/2014/main" id="{C21FD882-CA2E-966F-12AE-F4DF2132ACCA}"/>
              </a:ext>
            </a:extLst>
          </p:cNvPr>
          <p:cNvSpPr/>
          <p:nvPr/>
        </p:nvSpPr>
        <p:spPr>
          <a:xfrm rot="16200000" flipV="1">
            <a:off x="1350296" y="90343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9" name="Table 35">
            <a:extLst>
              <a:ext uri="{FF2B5EF4-FFF2-40B4-BE49-F238E27FC236}">
                <a16:creationId xmlns:a16="http://schemas.microsoft.com/office/drawing/2014/main" id="{D9E901B4-EED8-6E1F-CE5D-169FD32B6D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6919671"/>
              </p:ext>
            </p:extLst>
          </p:nvPr>
        </p:nvGraphicFramePr>
        <p:xfrm>
          <a:off x="1721382" y="465759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0" name="Arrow: Left 65">
            <a:extLst>
              <a:ext uri="{FF2B5EF4-FFF2-40B4-BE49-F238E27FC236}">
                <a16:creationId xmlns:a16="http://schemas.microsoft.com/office/drawing/2014/main" id="{2B63BC08-8704-9802-FB97-6F045CCCA701}"/>
              </a:ext>
            </a:extLst>
          </p:cNvPr>
          <p:cNvSpPr/>
          <p:nvPr/>
        </p:nvSpPr>
        <p:spPr>
          <a:xfrm rot="16200000" flipV="1">
            <a:off x="2260827" y="898543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11" name="Table 35">
            <a:extLst>
              <a:ext uri="{FF2B5EF4-FFF2-40B4-BE49-F238E27FC236}">
                <a16:creationId xmlns:a16="http://schemas.microsoft.com/office/drawing/2014/main" id="{946B76D0-FB84-EFCB-0A69-8CBE531E67D4}"/>
              </a:ext>
            </a:extLst>
          </p:cNvPr>
          <p:cNvGraphicFramePr>
            <a:graphicFrameLocks noGrp="1"/>
          </p:cNvGraphicFramePr>
          <p:nvPr/>
        </p:nvGraphicFramePr>
        <p:xfrm>
          <a:off x="630851" y="366730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6" name="Arrow: Left 65">
            <a:extLst>
              <a:ext uri="{FF2B5EF4-FFF2-40B4-BE49-F238E27FC236}">
                <a16:creationId xmlns:a16="http://schemas.microsoft.com/office/drawing/2014/main" id="{FB233582-5DFF-7021-26F5-660368F3AE16}"/>
              </a:ext>
            </a:extLst>
          </p:cNvPr>
          <p:cNvSpPr/>
          <p:nvPr/>
        </p:nvSpPr>
        <p:spPr>
          <a:xfrm rot="16200000" flipV="1">
            <a:off x="1170296" y="415425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17" name="Table 35">
            <a:extLst>
              <a:ext uri="{FF2B5EF4-FFF2-40B4-BE49-F238E27FC236}">
                <a16:creationId xmlns:a16="http://schemas.microsoft.com/office/drawing/2014/main" id="{2482331E-6A06-7C66-C59D-16B928A3B5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230131"/>
              </p:ext>
            </p:extLst>
          </p:nvPr>
        </p:nvGraphicFramePr>
        <p:xfrm>
          <a:off x="1399706" y="3716579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8" name="Arrow: Left 65">
            <a:extLst>
              <a:ext uri="{FF2B5EF4-FFF2-40B4-BE49-F238E27FC236}">
                <a16:creationId xmlns:a16="http://schemas.microsoft.com/office/drawing/2014/main" id="{33183A45-8F0F-9099-B4EE-403ADB670735}"/>
              </a:ext>
            </a:extLst>
          </p:cNvPr>
          <p:cNvSpPr/>
          <p:nvPr/>
        </p:nvSpPr>
        <p:spPr>
          <a:xfrm rot="16200000" flipV="1">
            <a:off x="1939151" y="4149363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63360327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D2A195-2AAC-225B-9C1F-3CACCFC45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5FC9FE6-58A8-ED0C-7037-E8B66A24BC92}"/>
              </a:ext>
            </a:extLst>
          </p:cNvPr>
          <p:cNvSpPr txBox="1"/>
          <p:nvPr/>
        </p:nvSpPr>
        <p:spPr>
          <a:xfrm>
            <a:off x="3030239" y="2920697"/>
            <a:ext cx="8658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Array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99E0450B-83C7-97AB-E806-0F6AAA130C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6004886"/>
              </p:ext>
            </p:extLst>
          </p:nvPr>
        </p:nvGraphicFramePr>
        <p:xfrm>
          <a:off x="1146000" y="1414121"/>
          <a:ext cx="4500000" cy="144181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999718109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3915920"/>
                    </a:ext>
                  </a:extLst>
                </a:gridCol>
              </a:tblGrid>
              <a:tr h="851626">
                <a:tc>
                  <a:txBody>
                    <a:bodyPr/>
                    <a:lstStyle/>
                    <a:p>
                      <a:pPr algn="ctr"/>
                      <a:r>
                        <a:rPr lang="en-PH" sz="5000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5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5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5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5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588374"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graphicFrame>
        <p:nvGraphicFramePr>
          <p:cNvPr id="20" name="Table 10">
            <a:extLst>
              <a:ext uri="{FF2B5EF4-FFF2-40B4-BE49-F238E27FC236}">
                <a16:creationId xmlns:a16="http://schemas.microsoft.com/office/drawing/2014/main" id="{DE5F3CBF-B2EE-3B27-12C4-BDBBE51AABC6}"/>
              </a:ext>
            </a:extLst>
          </p:cNvPr>
          <p:cNvGraphicFramePr>
            <a:graphicFrameLocks noGrp="1"/>
          </p:cNvGraphicFramePr>
          <p:nvPr/>
        </p:nvGraphicFramePr>
        <p:xfrm>
          <a:off x="696000" y="4613656"/>
          <a:ext cx="5400000" cy="9117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91175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0129047D-4974-AF30-57FF-945D0F906617}"/>
              </a:ext>
            </a:extLst>
          </p:cNvPr>
          <p:cNvSpPr txBox="1"/>
          <p:nvPr/>
        </p:nvSpPr>
        <p:spPr>
          <a:xfrm>
            <a:off x="2490239" y="5591991"/>
            <a:ext cx="10800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Queue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533D0E7-4A59-1FC8-E35B-E13CE7EACD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3988133" y="5462823"/>
            <a:ext cx="401633" cy="720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450B820-B2F2-AD22-F0E9-D7C73AB588D3}"/>
              </a:ext>
            </a:extLst>
          </p:cNvPr>
          <p:cNvSpPr txBox="1"/>
          <p:nvPr/>
        </p:nvSpPr>
        <p:spPr>
          <a:xfrm>
            <a:off x="6365525" y="982176"/>
            <a:ext cx="5592471" cy="549381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main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lvl="1"/>
            <a:r>
              <a:rPr lang="en-PH" sz="13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"Enqueueing 5 items..."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Enqueue 5 items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++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(x);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Attempt to enqueue a 6th item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"Attempting to enqueue a 6th item..."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//Dequeue and retrieve all items in the queue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"The values in the queue are: 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while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!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isEmpty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dequeue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(value);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 "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D606F83-EC8D-2E44-2BE0-C9DECE42B223}"/>
              </a:ext>
            </a:extLst>
          </p:cNvPr>
          <p:cNvSpPr/>
          <p:nvPr/>
        </p:nvSpPr>
        <p:spPr>
          <a:xfrm>
            <a:off x="6870903" y="4686583"/>
            <a:ext cx="4985123" cy="147522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B11960B-0A43-9761-C72D-BF6C4A9DB54C}"/>
              </a:ext>
            </a:extLst>
          </p:cNvPr>
          <p:cNvSpPr txBox="1"/>
          <p:nvPr/>
        </p:nvSpPr>
        <p:spPr>
          <a:xfrm>
            <a:off x="-2106257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EDA8B2-BC92-CF91-C416-661535B785E6}"/>
              </a:ext>
            </a:extLst>
          </p:cNvPr>
          <p:cNvSpPr txBox="1"/>
          <p:nvPr/>
        </p:nvSpPr>
        <p:spPr>
          <a:xfrm>
            <a:off x="-1662029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FD0A0FD-FC0B-0112-20D5-D811067863BC}"/>
              </a:ext>
            </a:extLst>
          </p:cNvPr>
          <p:cNvSpPr txBox="1"/>
          <p:nvPr/>
        </p:nvSpPr>
        <p:spPr>
          <a:xfrm>
            <a:off x="1163947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1290FCE-9136-75B4-5CE7-B0D09C982E8F}"/>
              </a:ext>
            </a:extLst>
          </p:cNvPr>
          <p:cNvSpPr txBox="1"/>
          <p:nvPr/>
        </p:nvSpPr>
        <p:spPr>
          <a:xfrm>
            <a:off x="-611899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920FA5D-4448-9E18-5C1A-1E40628BF305}"/>
              </a:ext>
            </a:extLst>
          </p:cNvPr>
          <p:cNvSpPr txBox="1"/>
          <p:nvPr/>
        </p:nvSpPr>
        <p:spPr>
          <a:xfrm>
            <a:off x="-1162704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2</a:t>
            </a:r>
          </a:p>
        </p:txBody>
      </p:sp>
      <p:graphicFrame>
        <p:nvGraphicFramePr>
          <p:cNvPr id="4" name="Table 35">
            <a:extLst>
              <a:ext uri="{FF2B5EF4-FFF2-40B4-BE49-F238E27FC236}">
                <a16:creationId xmlns:a16="http://schemas.microsoft.com/office/drawing/2014/main" id="{E27D79B2-FECD-4079-8F85-BC6C6DFF2FCE}"/>
              </a:ext>
            </a:extLst>
          </p:cNvPr>
          <p:cNvGraphicFramePr>
            <a:graphicFrameLocks noGrp="1"/>
          </p:cNvGraphicFramePr>
          <p:nvPr/>
        </p:nvGraphicFramePr>
        <p:xfrm>
          <a:off x="810851" y="41648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7" name="Arrow: Left 65">
            <a:extLst>
              <a:ext uri="{FF2B5EF4-FFF2-40B4-BE49-F238E27FC236}">
                <a16:creationId xmlns:a16="http://schemas.microsoft.com/office/drawing/2014/main" id="{A8517307-1AA4-5E93-652A-026E65671758}"/>
              </a:ext>
            </a:extLst>
          </p:cNvPr>
          <p:cNvSpPr/>
          <p:nvPr/>
        </p:nvSpPr>
        <p:spPr>
          <a:xfrm rot="16200000" flipV="1">
            <a:off x="1350296" y="90343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9" name="Table 35">
            <a:extLst>
              <a:ext uri="{FF2B5EF4-FFF2-40B4-BE49-F238E27FC236}">
                <a16:creationId xmlns:a16="http://schemas.microsoft.com/office/drawing/2014/main" id="{A405C827-F64B-E89B-D04A-93773F5021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9228504"/>
              </p:ext>
            </p:extLst>
          </p:nvPr>
        </p:nvGraphicFramePr>
        <p:xfrm>
          <a:off x="810851" y="465759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0" name="Arrow: Left 65">
            <a:extLst>
              <a:ext uri="{FF2B5EF4-FFF2-40B4-BE49-F238E27FC236}">
                <a16:creationId xmlns:a16="http://schemas.microsoft.com/office/drawing/2014/main" id="{D730390C-596D-C14C-0A93-7593ECDF1A28}"/>
              </a:ext>
            </a:extLst>
          </p:cNvPr>
          <p:cNvSpPr/>
          <p:nvPr/>
        </p:nvSpPr>
        <p:spPr>
          <a:xfrm rot="16200000" flipV="1">
            <a:off x="1350296" y="898543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11" name="Table 35">
            <a:extLst>
              <a:ext uri="{FF2B5EF4-FFF2-40B4-BE49-F238E27FC236}">
                <a16:creationId xmlns:a16="http://schemas.microsoft.com/office/drawing/2014/main" id="{43474BC8-5785-5607-847F-5FDB46C28844}"/>
              </a:ext>
            </a:extLst>
          </p:cNvPr>
          <p:cNvGraphicFramePr>
            <a:graphicFrameLocks noGrp="1"/>
          </p:cNvGraphicFramePr>
          <p:nvPr/>
        </p:nvGraphicFramePr>
        <p:xfrm>
          <a:off x="630851" y="366730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6" name="Arrow: Left 65">
            <a:extLst>
              <a:ext uri="{FF2B5EF4-FFF2-40B4-BE49-F238E27FC236}">
                <a16:creationId xmlns:a16="http://schemas.microsoft.com/office/drawing/2014/main" id="{0A2FE16A-7A10-12C6-7B9E-1A27A4501A7E}"/>
              </a:ext>
            </a:extLst>
          </p:cNvPr>
          <p:cNvSpPr/>
          <p:nvPr/>
        </p:nvSpPr>
        <p:spPr>
          <a:xfrm rot="16200000" flipV="1">
            <a:off x="1170296" y="415425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17" name="Table 35">
            <a:extLst>
              <a:ext uri="{FF2B5EF4-FFF2-40B4-BE49-F238E27FC236}">
                <a16:creationId xmlns:a16="http://schemas.microsoft.com/office/drawing/2014/main" id="{8A13ED7C-E5E7-176A-41C5-4A644A1806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6957058"/>
              </p:ext>
            </p:extLst>
          </p:nvPr>
        </p:nvGraphicFramePr>
        <p:xfrm>
          <a:off x="630851" y="3716579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8" name="Arrow: Left 65">
            <a:extLst>
              <a:ext uri="{FF2B5EF4-FFF2-40B4-BE49-F238E27FC236}">
                <a16:creationId xmlns:a16="http://schemas.microsoft.com/office/drawing/2014/main" id="{65264830-914A-8E70-D528-A3F2F2E05ABD}"/>
              </a:ext>
            </a:extLst>
          </p:cNvPr>
          <p:cNvSpPr/>
          <p:nvPr/>
        </p:nvSpPr>
        <p:spPr>
          <a:xfrm rot="16200000" flipV="1">
            <a:off x="1170296" y="4149363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94617360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8636B4-97CF-A374-0B24-867D5C1F7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FFEDDF77-76F3-AEAE-29B2-F75677513F94}"/>
              </a:ext>
            </a:extLst>
          </p:cNvPr>
          <p:cNvSpPr txBox="1"/>
          <p:nvPr/>
        </p:nvSpPr>
        <p:spPr>
          <a:xfrm>
            <a:off x="3030239" y="2920697"/>
            <a:ext cx="8658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Array</a:t>
            </a:r>
          </a:p>
        </p:txBody>
      </p:sp>
      <p:graphicFrame>
        <p:nvGraphicFramePr>
          <p:cNvPr id="40" name="Table 10">
            <a:extLst>
              <a:ext uri="{FF2B5EF4-FFF2-40B4-BE49-F238E27FC236}">
                <a16:creationId xmlns:a16="http://schemas.microsoft.com/office/drawing/2014/main" id="{EA77A506-3586-A7DE-4287-FD1DE2C5CC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3448777"/>
              </p:ext>
            </p:extLst>
          </p:nvPr>
        </p:nvGraphicFramePr>
        <p:xfrm>
          <a:off x="1146000" y="1414121"/>
          <a:ext cx="4500000" cy="144181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999718109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3915920"/>
                    </a:ext>
                  </a:extLst>
                </a:gridCol>
              </a:tblGrid>
              <a:tr h="851626">
                <a:tc>
                  <a:txBody>
                    <a:bodyPr/>
                    <a:lstStyle/>
                    <a:p>
                      <a:pPr algn="ctr"/>
                      <a:endParaRPr lang="en-PH" sz="5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5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5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5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5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588374"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500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graphicFrame>
        <p:nvGraphicFramePr>
          <p:cNvPr id="20" name="Table 10">
            <a:extLst>
              <a:ext uri="{FF2B5EF4-FFF2-40B4-BE49-F238E27FC236}">
                <a16:creationId xmlns:a16="http://schemas.microsoft.com/office/drawing/2014/main" id="{F2A7F299-5A3A-8D1A-745B-1E45CD2C0F7F}"/>
              </a:ext>
            </a:extLst>
          </p:cNvPr>
          <p:cNvGraphicFramePr>
            <a:graphicFrameLocks noGrp="1"/>
          </p:cNvGraphicFramePr>
          <p:nvPr/>
        </p:nvGraphicFramePr>
        <p:xfrm>
          <a:off x="696000" y="4613656"/>
          <a:ext cx="5400000" cy="9117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91175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C56AA0C8-E4C1-DA12-3E1F-28F6AE0E93D3}"/>
              </a:ext>
            </a:extLst>
          </p:cNvPr>
          <p:cNvSpPr txBox="1"/>
          <p:nvPr/>
        </p:nvSpPr>
        <p:spPr>
          <a:xfrm>
            <a:off x="2490239" y="5591991"/>
            <a:ext cx="10800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Queue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3F3BB6-4948-7E5C-9116-5EDAB8D5CB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3988133" y="5462823"/>
            <a:ext cx="401633" cy="720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BFD8919-F043-6794-9161-2700E05423DF}"/>
              </a:ext>
            </a:extLst>
          </p:cNvPr>
          <p:cNvSpPr txBox="1"/>
          <p:nvPr/>
        </p:nvSpPr>
        <p:spPr>
          <a:xfrm>
            <a:off x="6365525" y="982176"/>
            <a:ext cx="5592471" cy="549381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main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lvl="1"/>
            <a:r>
              <a:rPr lang="en-PH" sz="13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"Enqueueing 5 items..."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Enqueue 5 items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++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(x);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Attempt to enqueue a 6th item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"Attempting to enqueue a 6th item..."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enqueue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PH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//Dequeue and retrieve all items in the queue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"The values in the queue are: "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1"/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while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PH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!</a:t>
            </a:r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</a:t>
            </a:r>
            <a:r>
              <a:rPr lang="en-PH" sz="13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isEmpty</a:t>
            </a: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 </a:t>
            </a: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myQueue.</a:t>
            </a:r>
            <a:r>
              <a:rPr lang="en-PH" sz="13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dequeue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(value);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PH" sz="13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value </a:t>
            </a:r>
            <a:r>
              <a:rPr lang="en-PH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PH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 "</a:t>
            </a:r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PH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PH" sz="1300" b="0" dirty="0">
              <a:solidFill>
                <a:srgbClr val="BBBEBF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r>
              <a:rPr lang="en-PH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D8A2A6-411F-3CFA-1F6F-C9EA89864047}"/>
              </a:ext>
            </a:extLst>
          </p:cNvPr>
          <p:cNvSpPr/>
          <p:nvPr/>
        </p:nvSpPr>
        <p:spPr>
          <a:xfrm>
            <a:off x="6870903" y="4686583"/>
            <a:ext cx="4985123" cy="147522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D6B61CE-7CB5-9F5D-5677-7E4B76117DA6}"/>
              </a:ext>
            </a:extLst>
          </p:cNvPr>
          <p:cNvSpPr txBox="1"/>
          <p:nvPr/>
        </p:nvSpPr>
        <p:spPr>
          <a:xfrm>
            <a:off x="-2495953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B227719-EDB7-C4B8-C3FB-F1CDBC8A516A}"/>
              </a:ext>
            </a:extLst>
          </p:cNvPr>
          <p:cNvSpPr txBox="1"/>
          <p:nvPr/>
        </p:nvSpPr>
        <p:spPr>
          <a:xfrm>
            <a:off x="-2051725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AA29D90-4C74-7DFB-C8E6-1A8160DE2F2E}"/>
              </a:ext>
            </a:extLst>
          </p:cNvPr>
          <p:cNvSpPr txBox="1"/>
          <p:nvPr/>
        </p:nvSpPr>
        <p:spPr>
          <a:xfrm>
            <a:off x="-491519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9EC4D8-0690-EDC2-5867-5ABD2889D4CB}"/>
              </a:ext>
            </a:extLst>
          </p:cNvPr>
          <p:cNvSpPr txBox="1"/>
          <p:nvPr/>
        </p:nvSpPr>
        <p:spPr>
          <a:xfrm>
            <a:off x="-1001595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6914DD0-8EB8-C979-3448-604134536F9A}"/>
              </a:ext>
            </a:extLst>
          </p:cNvPr>
          <p:cNvSpPr txBox="1"/>
          <p:nvPr/>
        </p:nvSpPr>
        <p:spPr>
          <a:xfrm>
            <a:off x="-1552400" y="4613656"/>
            <a:ext cx="5100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bg1"/>
                </a:solidFill>
              </a:rPr>
              <a:t>2</a:t>
            </a:r>
          </a:p>
        </p:txBody>
      </p:sp>
      <p:graphicFrame>
        <p:nvGraphicFramePr>
          <p:cNvPr id="4" name="Table 35">
            <a:extLst>
              <a:ext uri="{FF2B5EF4-FFF2-40B4-BE49-F238E27FC236}">
                <a16:creationId xmlns:a16="http://schemas.microsoft.com/office/drawing/2014/main" id="{33EFB807-13D6-13C7-7BBF-2FF3ED9A01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8054160"/>
              </p:ext>
            </p:extLst>
          </p:nvPr>
        </p:nvGraphicFramePr>
        <p:xfrm>
          <a:off x="-1110498" y="41648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7" name="Arrow: Left 65">
            <a:extLst>
              <a:ext uri="{FF2B5EF4-FFF2-40B4-BE49-F238E27FC236}">
                <a16:creationId xmlns:a16="http://schemas.microsoft.com/office/drawing/2014/main" id="{EB2CF2E1-2272-5FDD-56FC-AADD2DEB9487}"/>
              </a:ext>
            </a:extLst>
          </p:cNvPr>
          <p:cNvSpPr/>
          <p:nvPr/>
        </p:nvSpPr>
        <p:spPr>
          <a:xfrm rot="16200000" flipV="1">
            <a:off x="-571053" y="90343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9" name="Table 35">
            <a:extLst>
              <a:ext uri="{FF2B5EF4-FFF2-40B4-BE49-F238E27FC236}">
                <a16:creationId xmlns:a16="http://schemas.microsoft.com/office/drawing/2014/main" id="{6FDF0BB5-0FA5-3FCF-D40C-4157A96DA9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8321169"/>
              </p:ext>
            </p:extLst>
          </p:nvPr>
        </p:nvGraphicFramePr>
        <p:xfrm>
          <a:off x="-1110498" y="465759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0" name="Arrow: Left 65">
            <a:extLst>
              <a:ext uri="{FF2B5EF4-FFF2-40B4-BE49-F238E27FC236}">
                <a16:creationId xmlns:a16="http://schemas.microsoft.com/office/drawing/2014/main" id="{307BBE83-7035-CD3C-8970-D44A07D844B0}"/>
              </a:ext>
            </a:extLst>
          </p:cNvPr>
          <p:cNvSpPr/>
          <p:nvPr/>
        </p:nvSpPr>
        <p:spPr>
          <a:xfrm rot="16200000" flipV="1">
            <a:off x="-571053" y="898543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11" name="Table 35">
            <a:extLst>
              <a:ext uri="{FF2B5EF4-FFF2-40B4-BE49-F238E27FC236}">
                <a16:creationId xmlns:a16="http://schemas.microsoft.com/office/drawing/2014/main" id="{CD88C444-CFA0-6E89-068A-0709F3ECE1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297422"/>
              </p:ext>
            </p:extLst>
          </p:nvPr>
        </p:nvGraphicFramePr>
        <p:xfrm>
          <a:off x="-1290498" y="3667305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Front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6" name="Arrow: Left 65">
            <a:extLst>
              <a:ext uri="{FF2B5EF4-FFF2-40B4-BE49-F238E27FC236}">
                <a16:creationId xmlns:a16="http://schemas.microsoft.com/office/drawing/2014/main" id="{E1A8752D-E158-5FC3-FE04-D337E899C87D}"/>
              </a:ext>
            </a:extLst>
          </p:cNvPr>
          <p:cNvSpPr/>
          <p:nvPr/>
        </p:nvSpPr>
        <p:spPr>
          <a:xfrm rot="16200000" flipV="1">
            <a:off x="-751053" y="4154259"/>
            <a:ext cx="458823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17" name="Table 35">
            <a:extLst>
              <a:ext uri="{FF2B5EF4-FFF2-40B4-BE49-F238E27FC236}">
                <a16:creationId xmlns:a16="http://schemas.microsoft.com/office/drawing/2014/main" id="{F1405234-AC90-FCB4-3823-C65793124E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7577991"/>
              </p:ext>
            </p:extLst>
          </p:nvPr>
        </p:nvGraphicFramePr>
        <p:xfrm>
          <a:off x="-1290498" y="3716579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Rear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8" name="Arrow: Left 65">
            <a:extLst>
              <a:ext uri="{FF2B5EF4-FFF2-40B4-BE49-F238E27FC236}">
                <a16:creationId xmlns:a16="http://schemas.microsoft.com/office/drawing/2014/main" id="{C84CFABA-76BC-4D79-BD9E-2A55AEE52FD2}"/>
              </a:ext>
            </a:extLst>
          </p:cNvPr>
          <p:cNvSpPr/>
          <p:nvPr/>
        </p:nvSpPr>
        <p:spPr>
          <a:xfrm rot="16200000" flipV="1">
            <a:off x="-751053" y="4149363"/>
            <a:ext cx="45882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2292030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188BDCA587B344BBA6CB1A93FAE6998" ma:contentTypeVersion="2" ma:contentTypeDescription="Create a new document." ma:contentTypeScope="" ma:versionID="7a8e4b6720badb2566a0cfeddfaf2856">
  <xsd:schema xmlns:xsd="http://www.w3.org/2001/XMLSchema" xmlns:xs="http://www.w3.org/2001/XMLSchema" xmlns:p="http://schemas.microsoft.com/office/2006/metadata/properties" xmlns:ns2="ba111d12-426d-4af0-bcb6-460e36974645" targetNamespace="http://schemas.microsoft.com/office/2006/metadata/properties" ma:root="true" ma:fieldsID="989b05398519136c88ba0a8d54e3c3da" ns2:_="">
    <xsd:import namespace="ba111d12-426d-4af0-bcb6-460e3697464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111d12-426d-4af0-bcb6-460e3697464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57C6131-C561-4201-AE06-D21CDE528BF4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96C2DE78-7F75-46EF-BA1C-8DDDE33EBFA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a111d12-426d-4af0-bcb6-460e3697464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598EE6F-E26B-42BB-A8C4-ECA40997D302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1043</TotalTime>
  <Words>2728</Words>
  <Application>Microsoft Macintosh PowerPoint</Application>
  <PresentationFormat>Widescreen</PresentationFormat>
  <Paragraphs>953</Paragraphs>
  <Slides>46</Slides>
  <Notes>46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1" baseType="lpstr">
      <vt:lpstr>Arial</vt:lpstr>
      <vt:lpstr>Calibri</vt:lpstr>
      <vt:lpstr>Calibri Light</vt:lpstr>
      <vt:lpstr>Consolas</vt:lpstr>
      <vt:lpstr>Office Theme</vt:lpstr>
      <vt:lpstr>Queue</vt:lpstr>
      <vt:lpstr>Queue</vt:lpstr>
      <vt:lpstr>Queue</vt:lpstr>
      <vt:lpstr>Queue</vt:lpstr>
      <vt:lpstr>Queue</vt:lpstr>
      <vt:lpstr>Queue</vt:lpstr>
      <vt:lpstr>Queue</vt:lpstr>
      <vt:lpstr>Queue</vt:lpstr>
      <vt:lpstr>Queue</vt:lpstr>
      <vt:lpstr>Queue</vt:lpstr>
      <vt:lpstr>Queue</vt:lpstr>
      <vt:lpstr>Queue</vt:lpstr>
      <vt:lpstr>Queue Operations</vt:lpstr>
      <vt:lpstr>Queue Operations</vt:lpstr>
      <vt:lpstr>Queue Operations</vt:lpstr>
      <vt:lpstr>Queue Operations</vt:lpstr>
      <vt:lpstr>Queue Operations</vt:lpstr>
      <vt:lpstr>Queue Operations</vt:lpstr>
      <vt:lpstr>Queue Operations</vt:lpstr>
      <vt:lpstr>Queue Operations</vt:lpstr>
      <vt:lpstr>Queue Operations</vt:lpstr>
      <vt:lpstr>Queue Operations</vt:lpstr>
      <vt:lpstr>Queue Operations</vt:lpstr>
      <vt:lpstr>Implementing a Queue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SLY Ponio</dc:creator>
  <cp:lastModifiedBy>Elizer Jr. D. Ponio</cp:lastModifiedBy>
  <cp:revision>71</cp:revision>
  <dcterms:created xsi:type="dcterms:W3CDTF">2022-05-11T03:47:05Z</dcterms:created>
  <dcterms:modified xsi:type="dcterms:W3CDTF">2026-06-07T08:29:29Z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0x0101007188BDCA587B344BBA6CB1A93FAE6998</vt:lpwstr>
  </property>
  <property fmtid="{D5CDD505-2E9C-101B-9397-08002B2CF9AE}" pid="3" name="MSIP_Label_8a813f4b-519a-4481-a498-85770f517757_Enabled">
    <vt:lpwstr>true</vt:lpwstr>
  </property>
  <property fmtid="{D5CDD505-2E9C-101B-9397-08002B2CF9AE}" pid="4" name="MSIP_Label_8a813f4b-519a-4481-a498-85770f517757_SetDate">
    <vt:lpwstr>2026-06-07T05:59:52Z</vt:lpwstr>
  </property>
  <property fmtid="{D5CDD505-2E9C-101B-9397-08002B2CF9AE}" pid="5" name="MSIP_Label_8a813f4b-519a-4481-a498-85770f517757_Method">
    <vt:lpwstr>Standard</vt:lpwstr>
  </property>
  <property fmtid="{D5CDD505-2E9C-101B-9397-08002B2CF9AE}" pid="6" name="MSIP_Label_8a813f4b-519a-4481-a498-85770f517757_Name">
    <vt:lpwstr>Anyone (unrestricted)</vt:lpwstr>
  </property>
  <property fmtid="{D5CDD505-2E9C-101B-9397-08002B2CF9AE}" pid="7" name="MSIP_Label_8a813f4b-519a-4481-a498-85770f517757_SiteId">
    <vt:lpwstr>1d981f77-3ca3-46ae-b0d4-e8044e6c7f84</vt:lpwstr>
  </property>
  <property fmtid="{D5CDD505-2E9C-101B-9397-08002B2CF9AE}" pid="8" name="MSIP_Label_8a813f4b-519a-4481-a498-85770f517757_ActionId">
    <vt:lpwstr>d7665017-5dc7-426d-aa34-f05dacd38e2d</vt:lpwstr>
  </property>
  <property fmtid="{D5CDD505-2E9C-101B-9397-08002B2CF9AE}" pid="9" name="MSIP_Label_8a813f4b-519a-4481-a498-85770f517757_ContentBits">
    <vt:lpwstr>0</vt:lpwstr>
  </property>
  <property fmtid="{D5CDD505-2E9C-101B-9397-08002B2CF9AE}" pid="10" name="MSIP_Label_8a813f4b-519a-4481-a498-85770f517757_Tag">
    <vt:lpwstr>50, 3, 0, 1</vt:lpwstr>
  </property>
</Properties>
</file>