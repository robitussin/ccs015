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90" r:id="rId5"/>
    <p:sldId id="293" r:id="rId6"/>
    <p:sldId id="294" r:id="rId7"/>
    <p:sldId id="291" r:id="rId8"/>
    <p:sldId id="295" r:id="rId9"/>
    <p:sldId id="29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6" autoAdjust="0"/>
    <p:restoredTop sz="94131" autoAdjust="0"/>
  </p:normalViewPr>
  <p:slideViewPr>
    <p:cSldViewPr snapToGrid="0">
      <p:cViewPr varScale="1">
        <p:scale>
          <a:sx n="141" d="100"/>
          <a:sy n="141" d="100"/>
        </p:scale>
        <p:origin x="103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38579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628357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3363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3170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55097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11/05/2026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blue-t-shirt-vector-clip-art11657" TargetMode="External"/><Relationship Id="rId5" Type="http://schemas.openxmlformats.org/officeDocument/2006/relationships/image" Target="../media/image1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red-t-shirt" TargetMode="Externa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Autofit/>
          </a:bodyPr>
          <a:lstStyle/>
          <a:p>
            <a:r>
              <a:rPr lang="en-US" sz="5000" b="1" dirty="0">
                <a:solidFill>
                  <a:srgbClr val="00B050"/>
                </a:solidFill>
              </a:rPr>
              <a:t>Stack</a:t>
            </a:r>
            <a:r>
              <a:rPr lang="en-US" sz="5000" b="1" i="0" dirty="0">
                <a:solidFill>
                  <a:srgbClr val="00B050"/>
                </a:solidFill>
                <a:effectLst/>
              </a:rPr>
              <a:t> implementation using Arrays</a:t>
            </a:r>
            <a:endParaRPr lang="en-PH" sz="5000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D1453-75F7-57B1-AD86-D3F46D5E27F8}"/>
              </a:ext>
            </a:extLst>
          </p:cNvPr>
          <p:cNvSpPr txBox="1"/>
          <p:nvPr/>
        </p:nvSpPr>
        <p:spPr>
          <a:xfrm>
            <a:off x="1063535" y="3694784"/>
            <a:ext cx="28207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  <a:p>
            <a:endParaRPr lang="en-PH" b="1" dirty="0">
              <a:solidFill>
                <a:srgbClr val="00B050"/>
              </a:solidFill>
            </a:endParaRPr>
          </a:p>
          <a:p>
            <a:r>
              <a:rPr lang="en-PH" dirty="0">
                <a:solidFill>
                  <a:srgbClr val="00B050"/>
                </a:solidFill>
              </a:rPr>
              <a:t>Push (Blue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(Red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(Yellow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(Green Shirt)</a:t>
            </a:r>
          </a:p>
          <a:p>
            <a:endParaRPr lang="en-PH" dirty="0">
              <a:solidFill>
                <a:srgbClr val="00B050"/>
              </a:solidFill>
            </a:endParaRPr>
          </a:p>
          <a:p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EF2D023-8AA3-C0A9-D29B-CBC2D2F1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434553"/>
              </p:ext>
            </p:extLst>
          </p:nvPr>
        </p:nvGraphicFramePr>
        <p:xfrm>
          <a:off x="1118459" y="1914704"/>
          <a:ext cx="81280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(TOP)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37501" y="1317388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599358"/>
              </p:ext>
            </p:extLst>
          </p:nvPr>
        </p:nvGraphicFramePr>
        <p:xfrm>
          <a:off x="8225378" y="351323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972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Push operation 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D1453-75F7-57B1-AD86-D3F46D5E27F8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EF2D023-8AA3-C0A9-D29B-CBC2D2F1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877297"/>
              </p:ext>
            </p:extLst>
          </p:nvPr>
        </p:nvGraphicFramePr>
        <p:xfrm>
          <a:off x="1098139" y="1934384"/>
          <a:ext cx="81280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>
                        <a:solidFill>
                          <a:srgbClr val="00B050"/>
                        </a:solidFill>
                      </a:endParaRPr>
                    </a:p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b="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endParaRPr lang="en-PH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37501" y="1259205"/>
            <a:ext cx="545921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971945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E69FB9D7-1D76-44ED-1581-92874D881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62832" y="5358269"/>
            <a:ext cx="545921" cy="5459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5B6A71-EA6A-BC06-B4B3-36F0BED54F3E}"/>
              </a:ext>
            </a:extLst>
          </p:cNvPr>
          <p:cNvSpPr txBox="1"/>
          <p:nvPr/>
        </p:nvSpPr>
        <p:spPr>
          <a:xfrm>
            <a:off x="1532611" y="207051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2FAA83-41FF-8CBF-2008-51F174926A89}"/>
              </a:ext>
            </a:extLst>
          </p:cNvPr>
          <p:cNvSpPr txBox="1"/>
          <p:nvPr/>
        </p:nvSpPr>
        <p:spPr>
          <a:xfrm>
            <a:off x="1063534" y="4070306"/>
            <a:ext cx="3217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3FBCC3-4573-0F0F-8EC2-7D331720FD53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E7C2D5-6966-A2FD-1142-E7157E3DEC01}"/>
              </a:ext>
            </a:extLst>
          </p:cNvPr>
          <p:cNvSpPr txBox="1"/>
          <p:nvPr/>
        </p:nvSpPr>
        <p:spPr>
          <a:xfrm>
            <a:off x="1063533" y="4430443"/>
            <a:ext cx="3217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F115CEE-E235-4D4E-1E6C-C43EC955CAE5}"/>
              </a:ext>
            </a:extLst>
          </p:cNvPr>
          <p:cNvSpPr txBox="1"/>
          <p:nvPr/>
        </p:nvSpPr>
        <p:spPr>
          <a:xfrm>
            <a:off x="3615824" y="2056995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D901AC-4A5F-0473-6B23-69F7558EE895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08FE999-4863-F223-3AA6-127C41BDAB52}"/>
              </a:ext>
            </a:extLst>
          </p:cNvPr>
          <p:cNvSpPr txBox="1"/>
          <p:nvPr/>
        </p:nvSpPr>
        <p:spPr>
          <a:xfrm>
            <a:off x="5465209" y="2078988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C4A1A5-8137-8664-3CCF-74C048507E6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316301-B622-6F7D-A988-42F5DB2C427E}"/>
              </a:ext>
            </a:extLst>
          </p:cNvPr>
          <p:cNvSpPr txBox="1"/>
          <p:nvPr/>
        </p:nvSpPr>
        <p:spPr>
          <a:xfrm>
            <a:off x="1063531" y="4762915"/>
            <a:ext cx="348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499E92-49DB-EEB7-ECAE-FAE080DBDD72}"/>
              </a:ext>
            </a:extLst>
          </p:cNvPr>
          <p:cNvSpPr txBox="1"/>
          <p:nvPr/>
        </p:nvSpPr>
        <p:spPr>
          <a:xfrm>
            <a:off x="1046808" y="5096358"/>
            <a:ext cx="348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E294A7E-9AD2-6237-23A3-9D3897029C4C}"/>
              </a:ext>
            </a:extLst>
          </p:cNvPr>
          <p:cNvSpPr txBox="1"/>
          <p:nvPr/>
        </p:nvSpPr>
        <p:spPr>
          <a:xfrm>
            <a:off x="7525789" y="2079613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802A0-DC44-241F-7C09-E15160BA19C1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71247C-93D5-9CC7-A422-ADECD5FEEDEE}"/>
              </a:ext>
            </a:extLst>
          </p:cNvPr>
          <p:cNvSpPr txBox="1"/>
          <p:nvPr/>
        </p:nvSpPr>
        <p:spPr>
          <a:xfrm>
            <a:off x="8391377" y="2575972"/>
            <a:ext cx="738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FF0000"/>
                </a:solidFill>
              </a:rPr>
              <a:t>(TOP)</a:t>
            </a:r>
          </a:p>
        </p:txBody>
      </p: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3" grpId="0"/>
      <p:bldP spid="35" grpId="0"/>
      <p:bldP spid="36" grpId="0"/>
      <p:bldP spid="23" grpId="0"/>
      <p:bldP spid="37" grpId="0"/>
      <p:bldP spid="32" grpId="0"/>
      <p:bldP spid="38" grpId="0"/>
      <p:bldP spid="39" grpId="0"/>
      <p:bldP spid="40" grpId="0"/>
      <p:bldP spid="25" grpId="0"/>
      <p:bldP spid="41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Pop operation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D1453-75F7-57B1-AD86-D3F46D5E27F8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Pop Sequence: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EF2D023-8AA3-C0A9-D29B-CBC2D2F1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9857"/>
              </p:ext>
            </p:extLst>
          </p:nvPr>
        </p:nvGraphicFramePr>
        <p:xfrm>
          <a:off x="1098139" y="1934384"/>
          <a:ext cx="81280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endParaRPr lang="en-PH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837501" y="1259205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998513"/>
              </p:ext>
            </p:extLst>
          </p:nvPr>
        </p:nvGraphicFramePr>
        <p:xfrm>
          <a:off x="8207599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E69FB9D7-1D76-44ED-1581-92874D881B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62832" y="5358269"/>
            <a:ext cx="545921" cy="5459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5B6A71-EA6A-BC06-B4B3-36F0BED54F3E}"/>
              </a:ext>
            </a:extLst>
          </p:cNvPr>
          <p:cNvSpPr txBox="1"/>
          <p:nvPr/>
        </p:nvSpPr>
        <p:spPr>
          <a:xfrm>
            <a:off x="1532611" y="207051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115CEE-E235-4D4E-1E6C-C43EC955CAE5}"/>
              </a:ext>
            </a:extLst>
          </p:cNvPr>
          <p:cNvSpPr txBox="1"/>
          <p:nvPr/>
        </p:nvSpPr>
        <p:spPr>
          <a:xfrm>
            <a:off x="3615824" y="2056995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2FAA83-41FF-8CBF-2008-51F174926A89}"/>
              </a:ext>
            </a:extLst>
          </p:cNvPr>
          <p:cNvSpPr txBox="1"/>
          <p:nvPr/>
        </p:nvSpPr>
        <p:spPr>
          <a:xfrm>
            <a:off x="1063532" y="40703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3FBCC3-4573-0F0F-8EC2-7D331720FD53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E7C2D5-6966-A2FD-1142-E7157E3DEC01}"/>
              </a:ext>
            </a:extLst>
          </p:cNvPr>
          <p:cNvSpPr txBox="1"/>
          <p:nvPr/>
        </p:nvSpPr>
        <p:spPr>
          <a:xfrm>
            <a:off x="1063533" y="4430443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D901AC-4A5F-0473-6B23-69F7558EE895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08FE999-4863-F223-3AA6-127C41BDAB52}"/>
              </a:ext>
            </a:extLst>
          </p:cNvPr>
          <p:cNvSpPr txBox="1"/>
          <p:nvPr/>
        </p:nvSpPr>
        <p:spPr>
          <a:xfrm>
            <a:off x="5465209" y="2078988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C4A1A5-8137-8664-3CCF-74C048507E6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E294A7E-9AD2-6237-23A3-9D3897029C4C}"/>
              </a:ext>
            </a:extLst>
          </p:cNvPr>
          <p:cNvSpPr txBox="1"/>
          <p:nvPr/>
        </p:nvSpPr>
        <p:spPr>
          <a:xfrm>
            <a:off x="7525789" y="2079613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802A0-DC44-241F-7C09-E15160BA19C1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9EB5EE-6512-C70B-9987-26B1089E53BA}"/>
              </a:ext>
            </a:extLst>
          </p:cNvPr>
          <p:cNvSpPr txBox="1"/>
          <p:nvPr/>
        </p:nvSpPr>
        <p:spPr>
          <a:xfrm>
            <a:off x="1063532" y="47949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35C377-6815-04DD-43AC-53BB27293B09}"/>
              </a:ext>
            </a:extLst>
          </p:cNvPr>
          <p:cNvSpPr txBox="1"/>
          <p:nvPr/>
        </p:nvSpPr>
        <p:spPr>
          <a:xfrm>
            <a:off x="1063532" y="5151337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591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/>
      <p:bldP spid="33" grpId="0"/>
      <p:bldP spid="35" grpId="0"/>
      <p:bldP spid="36" grpId="0"/>
      <p:bldP spid="37" grpId="0"/>
      <p:bldP spid="32" grpId="0"/>
      <p:bldP spid="38" grpId="0"/>
      <p:bldP spid="25" grpId="0"/>
      <p:bldP spid="41" grpId="0"/>
      <p:bldP spid="34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Autofit/>
          </a:bodyPr>
          <a:lstStyle/>
          <a:p>
            <a:r>
              <a:rPr lang="en-US" sz="4000" b="1" i="0" dirty="0">
                <a:solidFill>
                  <a:srgbClr val="00B050"/>
                </a:solidFill>
                <a:effectLst/>
              </a:rPr>
              <a:t>Stack Implementation usin</a:t>
            </a:r>
            <a:r>
              <a:rPr lang="en-US" sz="4000" b="1" dirty="0">
                <a:solidFill>
                  <a:srgbClr val="00B050"/>
                </a:solidFill>
              </a:rPr>
              <a:t>g Linked Lists</a:t>
            </a:r>
            <a:endParaRPr lang="en-PH" sz="4000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069660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454079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91937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599287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69824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35">
            <a:extLst>
              <a:ext uri="{FF2B5EF4-FFF2-40B4-BE49-F238E27FC236}">
                <a16:creationId xmlns:a16="http://schemas.microsoft.com/office/drawing/2014/main" id="{E696C597-D1E2-D468-B594-E8D123A5B4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09289"/>
              </p:ext>
            </p:extLst>
          </p:nvPr>
        </p:nvGraphicFramePr>
        <p:xfrm>
          <a:off x="2346541" y="285729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Top (Head)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61F1F83F-5E0B-17CF-0AEB-60BE412425A3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94643E-F091-92E2-5D97-EC3D9C09FD0D}"/>
              </a:ext>
            </a:extLst>
          </p:cNvPr>
          <p:cNvSpPr txBox="1"/>
          <p:nvPr/>
        </p:nvSpPr>
        <p:spPr>
          <a:xfrm>
            <a:off x="1063534" y="4070306"/>
            <a:ext cx="3311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D3AAC9-91D4-A31B-EF97-E1382A8F35A2}"/>
              </a:ext>
            </a:extLst>
          </p:cNvPr>
          <p:cNvSpPr txBox="1"/>
          <p:nvPr/>
        </p:nvSpPr>
        <p:spPr>
          <a:xfrm>
            <a:off x="1063533" y="4430443"/>
            <a:ext cx="3311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C662D0-FF48-CAA7-9F58-0605F5409A28}"/>
              </a:ext>
            </a:extLst>
          </p:cNvPr>
          <p:cNvSpPr txBox="1"/>
          <p:nvPr/>
        </p:nvSpPr>
        <p:spPr>
          <a:xfrm>
            <a:off x="1063531" y="4762915"/>
            <a:ext cx="3586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B3D0A2-5011-471F-DE56-064279E34C3D}"/>
              </a:ext>
            </a:extLst>
          </p:cNvPr>
          <p:cNvSpPr txBox="1"/>
          <p:nvPr/>
        </p:nvSpPr>
        <p:spPr>
          <a:xfrm>
            <a:off x="1046808" y="5096358"/>
            <a:ext cx="3586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</p:spTree>
    <p:extLst>
      <p:ext uri="{BB962C8B-B14F-4D97-AF65-F5344CB8AC3E}">
        <p14:creationId xmlns:p14="http://schemas.microsoft.com/office/powerpoint/2010/main" val="398479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Push operation 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18779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410869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015273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48299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234404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35">
            <a:extLst>
              <a:ext uri="{FF2B5EF4-FFF2-40B4-BE49-F238E27FC236}">
                <a16:creationId xmlns:a16="http://schemas.microsoft.com/office/drawing/2014/main" id="{E696C597-D1E2-D468-B594-E8D123A5B4D4}"/>
              </a:ext>
            </a:extLst>
          </p:cNvPr>
          <p:cNvGraphicFramePr>
            <a:graphicFrameLocks noGrp="1"/>
          </p:cNvGraphicFramePr>
          <p:nvPr/>
        </p:nvGraphicFramePr>
        <p:xfrm>
          <a:off x="2346541" y="285729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Head (Top)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DB2B71EA-984A-0173-F1AB-6F139204170B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706EAB-B0AF-1292-98C4-6097DA53B5DB}"/>
              </a:ext>
            </a:extLst>
          </p:cNvPr>
          <p:cNvSpPr txBox="1"/>
          <p:nvPr/>
        </p:nvSpPr>
        <p:spPr>
          <a:xfrm>
            <a:off x="1063534" y="4070306"/>
            <a:ext cx="3305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9196EF-572E-0204-BF5F-0EC956A29307}"/>
              </a:ext>
            </a:extLst>
          </p:cNvPr>
          <p:cNvSpPr txBox="1"/>
          <p:nvPr/>
        </p:nvSpPr>
        <p:spPr>
          <a:xfrm>
            <a:off x="1063533" y="4430443"/>
            <a:ext cx="3305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E1D50B-4427-CEA8-F6A0-7B5A91CC81CB}"/>
              </a:ext>
            </a:extLst>
          </p:cNvPr>
          <p:cNvSpPr txBox="1"/>
          <p:nvPr/>
        </p:nvSpPr>
        <p:spPr>
          <a:xfrm>
            <a:off x="1063532" y="4762915"/>
            <a:ext cx="357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6D9B14-54A7-1146-FE96-DBB28169AC0E}"/>
              </a:ext>
            </a:extLst>
          </p:cNvPr>
          <p:cNvSpPr txBox="1"/>
          <p:nvPr/>
        </p:nvSpPr>
        <p:spPr>
          <a:xfrm>
            <a:off x="1046809" y="5096358"/>
            <a:ext cx="357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34F9C7-5E37-D908-8E3D-FE474A6AF8C4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CC363A-EDFB-09A1-D35C-BFD5464DD8B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BFB3C-FC6A-99E9-5C52-7C3B2A4A98F4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D7966-208F-BD20-956B-832E00FB0F74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</p:spTree>
    <p:extLst>
      <p:ext uri="{BB962C8B-B14F-4D97-AF65-F5344CB8AC3E}">
        <p14:creationId xmlns:p14="http://schemas.microsoft.com/office/powerpoint/2010/main" val="279447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38" grpId="0"/>
      <p:bldP spid="39" grpId="0"/>
      <p:bldP spid="45" grpId="0"/>
      <p:bldP spid="47" grpId="0"/>
      <p:bldP spid="48" grpId="0"/>
      <p:bldP spid="4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Pop operation 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93459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912808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2101926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870702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441471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034F9C7-5E37-D908-8E3D-FE474A6AF8C4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CC363A-EDFB-09A1-D35C-BFD5464DD8B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BFB3C-FC6A-99E9-5C52-7C3B2A4A98F4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D7966-208F-BD20-956B-832E00FB0F74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9AC9BE-6674-2945-3299-93BAB6E78ADF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Pop Sequence: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37E351-4036-A395-C858-CACAEDBDD772}"/>
              </a:ext>
            </a:extLst>
          </p:cNvPr>
          <p:cNvSpPr txBox="1"/>
          <p:nvPr/>
        </p:nvSpPr>
        <p:spPr>
          <a:xfrm>
            <a:off x="1063532" y="40703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FDA5C1-1A72-E63A-6AEF-1CE9C596DE65}"/>
              </a:ext>
            </a:extLst>
          </p:cNvPr>
          <p:cNvSpPr txBox="1"/>
          <p:nvPr/>
        </p:nvSpPr>
        <p:spPr>
          <a:xfrm>
            <a:off x="1063533" y="4430443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41BB8E-2D80-CD09-AD4C-E4517CD1B97A}"/>
              </a:ext>
            </a:extLst>
          </p:cNvPr>
          <p:cNvSpPr txBox="1"/>
          <p:nvPr/>
        </p:nvSpPr>
        <p:spPr>
          <a:xfrm>
            <a:off x="1063532" y="47949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07BF4F-26D5-52BA-6477-DB1CC79F5B23}"/>
              </a:ext>
            </a:extLst>
          </p:cNvPr>
          <p:cNvSpPr txBox="1"/>
          <p:nvPr/>
        </p:nvSpPr>
        <p:spPr>
          <a:xfrm>
            <a:off x="1063532" y="5151337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47757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6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7" grpId="0"/>
      <p:bldP spid="48" grpId="0"/>
      <p:bldP spid="49" grpId="0"/>
      <p:bldP spid="42" grpId="0"/>
      <p:bldP spid="43" grpId="0"/>
      <p:bldP spid="44" grpId="0"/>
      <p:bldP spid="4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847</TotalTime>
  <Words>509</Words>
  <Application>Microsoft Office PowerPoint</Application>
  <PresentationFormat>Widescreen</PresentationFormat>
  <Paragraphs>136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Charter</vt:lpstr>
      <vt:lpstr>Consolas</vt:lpstr>
      <vt:lpstr>Office Theme</vt:lpstr>
      <vt:lpstr>Stack implementation using Arrays</vt:lpstr>
      <vt:lpstr>Push operation </vt:lpstr>
      <vt:lpstr>Pop operation</vt:lpstr>
      <vt:lpstr>Stack Implementation using Linked Lists</vt:lpstr>
      <vt:lpstr>Push operation </vt:lpstr>
      <vt:lpstr>Pop operation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54</cp:revision>
  <dcterms:created xsi:type="dcterms:W3CDTF">2022-05-11T03:47:05Z</dcterms:created>
  <dcterms:modified xsi:type="dcterms:W3CDTF">2026-05-11T11:02:17Z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